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6" r:id="rId8"/>
    <p:sldId id="267" r:id="rId9"/>
    <p:sldId id="264" r:id="rId10"/>
    <p:sldId id="262" r:id="rId11"/>
    <p:sldId id="263" r:id="rId12"/>
    <p:sldId id="265" r:id="rId13"/>
  </p:sldIdLst>
  <p:sldSz cx="12192000" cy="6858000"/>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Помір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27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Місце для верхнього колонтитула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uk-UA"/>
          </a:p>
        </p:txBody>
      </p:sp>
      <p:sp>
        <p:nvSpPr>
          <p:cNvPr id="3" name="Місце для дати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0E86BE-4F3A-4D9E-B99A-B861765272E0}" type="datetimeFigureOut">
              <a:rPr lang="uk-UA" smtClean="0"/>
              <a:t>16.05.2026</a:t>
            </a:fld>
            <a:endParaRPr lang="uk-UA"/>
          </a:p>
        </p:txBody>
      </p:sp>
      <p:sp>
        <p:nvSpPr>
          <p:cNvPr id="4" name="Місце для зображення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uk-UA"/>
          </a:p>
        </p:txBody>
      </p:sp>
      <p:sp>
        <p:nvSpPr>
          <p:cNvPr id="5" name="Місце для нотаток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6" name="Місце для нижнього колонтитула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uk-UA"/>
          </a:p>
        </p:txBody>
      </p:sp>
      <p:sp>
        <p:nvSpPr>
          <p:cNvPr id="7" name="Місце для номера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7363BB-1934-4E2F-BD7B-378825138779}" type="slidenum">
              <a:rPr lang="uk-UA" smtClean="0"/>
              <a:t>‹№›</a:t>
            </a:fld>
            <a:endParaRPr lang="uk-UA"/>
          </a:p>
        </p:txBody>
      </p:sp>
    </p:spTree>
    <p:extLst>
      <p:ext uri="{BB962C8B-B14F-4D97-AF65-F5344CB8AC3E}">
        <p14:creationId xmlns:p14="http://schemas.microsoft.com/office/powerpoint/2010/main" val="3850262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и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6F0D56-D332-4FDB-84C8-E159F3352694}"/>
              </a:ext>
            </a:extLst>
          </p:cNvPr>
          <p:cNvSpPr>
            <a:spLocks noGrp="1"/>
          </p:cNvSpPr>
          <p:nvPr>
            <p:ph type="ctrTitle"/>
          </p:nvPr>
        </p:nvSpPr>
        <p:spPr>
          <a:xfrm>
            <a:off x="1524000" y="1122363"/>
            <a:ext cx="9144000" cy="2387600"/>
          </a:xfrm>
        </p:spPr>
        <p:txBody>
          <a:bodyPr anchor="b"/>
          <a:lstStyle>
            <a:lvl1pPr algn="ctr">
              <a:defRPr sz="6000"/>
            </a:lvl1pPr>
          </a:lstStyle>
          <a:p>
            <a:r>
              <a:rPr lang="uk-UA"/>
              <a:t>Клацніть, щоб редагувати стиль зразка заголовка</a:t>
            </a:r>
          </a:p>
        </p:txBody>
      </p:sp>
      <p:sp>
        <p:nvSpPr>
          <p:cNvPr id="3" name="Підзаголовок 2">
            <a:extLst>
              <a:ext uri="{FF2B5EF4-FFF2-40B4-BE49-F238E27FC236}">
                <a16:creationId xmlns:a16="http://schemas.microsoft.com/office/drawing/2014/main" id="{7DBE78B8-2BAA-4D53-8770-92431C2A6C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uk-UA"/>
              <a:t>Клацніть, щоб редагувати стиль зразка підзаголовка</a:t>
            </a:r>
          </a:p>
        </p:txBody>
      </p:sp>
      <p:sp>
        <p:nvSpPr>
          <p:cNvPr id="4" name="Місце для дати 3">
            <a:extLst>
              <a:ext uri="{FF2B5EF4-FFF2-40B4-BE49-F238E27FC236}">
                <a16:creationId xmlns:a16="http://schemas.microsoft.com/office/drawing/2014/main" id="{A15F6901-37EF-444A-AA9A-F7FD7C0E7802}"/>
              </a:ext>
            </a:extLst>
          </p:cNvPr>
          <p:cNvSpPr>
            <a:spLocks noGrp="1"/>
          </p:cNvSpPr>
          <p:nvPr>
            <p:ph type="dt" sz="half" idx="10"/>
          </p:nvPr>
        </p:nvSpPr>
        <p:spPr/>
        <p:txBody>
          <a:bodyPr/>
          <a:lstStyle>
            <a:lvl1pPr>
              <a:defRPr sz="2000">
                <a:solidFill>
                  <a:schemeClr val="bg1"/>
                </a:solidFill>
              </a:defRPr>
            </a:lvl1pPr>
          </a:lstStyle>
          <a:p>
            <a:fld id="{90348686-127C-4120-B616-4289040A7004}" type="datetime1">
              <a:rPr lang="uk-UA" smtClean="0"/>
              <a:pPr/>
              <a:t>16.05.2026</a:t>
            </a:fld>
            <a:endParaRPr lang="uk-UA"/>
          </a:p>
        </p:txBody>
      </p:sp>
      <p:sp>
        <p:nvSpPr>
          <p:cNvPr id="5" name="Місце для нижнього колонтитула 4">
            <a:extLst>
              <a:ext uri="{FF2B5EF4-FFF2-40B4-BE49-F238E27FC236}">
                <a16:creationId xmlns:a16="http://schemas.microsoft.com/office/drawing/2014/main" id="{9620EC40-477C-47F1-9FF7-00C479D21199}"/>
              </a:ext>
            </a:extLst>
          </p:cNvPr>
          <p:cNvSpPr>
            <a:spLocks noGrp="1"/>
          </p:cNvSpPr>
          <p:nvPr>
            <p:ph type="ftr" sz="quarter" idx="11"/>
          </p:nvPr>
        </p:nvSpPr>
        <p:spPr/>
        <p:txBody>
          <a:bodyPr/>
          <a:lstStyle>
            <a:lvl1pPr>
              <a:defRPr sz="2000">
                <a:solidFill>
                  <a:schemeClr val="bg1"/>
                </a:solidFill>
              </a:defRPr>
            </a:lvl1pPr>
          </a:lstStyle>
          <a:p>
            <a:endParaRPr lang="uk-UA"/>
          </a:p>
        </p:txBody>
      </p:sp>
      <p:sp>
        <p:nvSpPr>
          <p:cNvPr id="6" name="Місце для номера слайда 5">
            <a:extLst>
              <a:ext uri="{FF2B5EF4-FFF2-40B4-BE49-F238E27FC236}">
                <a16:creationId xmlns:a16="http://schemas.microsoft.com/office/drawing/2014/main" id="{E9AEA626-9636-423F-B3D3-B24A1CD1E80A}"/>
              </a:ext>
            </a:extLst>
          </p:cNvPr>
          <p:cNvSpPr>
            <a:spLocks noGrp="1"/>
          </p:cNvSpPr>
          <p:nvPr>
            <p:ph type="sldNum" sz="quarter" idx="12"/>
          </p:nvPr>
        </p:nvSpPr>
        <p:spPr/>
        <p:txBody>
          <a:bodyPr/>
          <a:lstStyle>
            <a:lvl1pPr>
              <a:defRPr sz="2000">
                <a:solidFill>
                  <a:schemeClr val="bg1"/>
                </a:solidFill>
              </a:defRPr>
            </a:lvl1pPr>
          </a:lstStyle>
          <a:p>
            <a:fld id="{4381394B-84A4-4EB2-8589-B7B2B99E12DD}" type="slidenum">
              <a:rPr lang="uk-UA" smtClean="0"/>
              <a:pPr/>
              <a:t>‹№›</a:t>
            </a:fld>
            <a:endParaRPr lang="uk-UA"/>
          </a:p>
        </p:txBody>
      </p:sp>
    </p:spTree>
    <p:extLst>
      <p:ext uri="{BB962C8B-B14F-4D97-AF65-F5344CB8AC3E}">
        <p14:creationId xmlns:p14="http://schemas.microsoft.com/office/powerpoint/2010/main" val="2883192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3E8CF8-5FB7-467F-807E-34038CB4BA07}"/>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вмісту 2">
            <a:extLst>
              <a:ext uri="{FF2B5EF4-FFF2-40B4-BE49-F238E27FC236}">
                <a16:creationId xmlns:a16="http://schemas.microsoft.com/office/drawing/2014/main" id="{82B7EE6A-CAF7-46DA-B034-E8CA8422959C}"/>
              </a:ext>
            </a:extLst>
          </p:cNvPr>
          <p:cNvSpPr>
            <a:spLocks noGrp="1"/>
          </p:cNvSpPr>
          <p:nvPr>
            <p:ph idx="1"/>
          </p:nvPr>
        </p:nvSpPr>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CEDF84D9-084F-44BD-987F-FD154CAF3288}"/>
              </a:ext>
            </a:extLst>
          </p:cNvPr>
          <p:cNvSpPr>
            <a:spLocks noGrp="1"/>
          </p:cNvSpPr>
          <p:nvPr>
            <p:ph type="dt" sz="half" idx="10"/>
          </p:nvPr>
        </p:nvSpPr>
        <p:spPr/>
        <p:txBody>
          <a:bodyPr/>
          <a:lstStyle/>
          <a:p>
            <a:fld id="{EAF0E85B-4845-4781-865F-5550AB148711}" type="datetime1">
              <a:rPr lang="uk-UA" smtClean="0"/>
              <a:t>16.05.2026</a:t>
            </a:fld>
            <a:endParaRPr lang="uk-UA"/>
          </a:p>
        </p:txBody>
      </p:sp>
      <p:sp>
        <p:nvSpPr>
          <p:cNvPr id="5" name="Місце для нижнього колонтитула 4">
            <a:extLst>
              <a:ext uri="{FF2B5EF4-FFF2-40B4-BE49-F238E27FC236}">
                <a16:creationId xmlns:a16="http://schemas.microsoft.com/office/drawing/2014/main" id="{BF9B5756-36E8-48C9-B69F-6DAD2675AF87}"/>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E97CD45F-1C9D-4D9A-8064-44DBBD80FB13}"/>
              </a:ext>
            </a:extLst>
          </p:cNvPr>
          <p:cNvSpPr>
            <a:spLocks noGrp="1"/>
          </p:cNvSpPr>
          <p:nvPr>
            <p:ph type="sldNum" sz="quarter" idx="12"/>
          </p:nvPr>
        </p:nvSpPr>
        <p:spPr/>
        <p:txBody>
          <a:bodyPr/>
          <a:lstStyle/>
          <a:p>
            <a:fld id="{4381394B-84A4-4EB2-8589-B7B2B99E12DD}" type="slidenum">
              <a:rPr lang="uk-UA" smtClean="0"/>
              <a:t>‹№›</a:t>
            </a:fld>
            <a:endParaRPr lang="uk-UA"/>
          </a:p>
        </p:txBody>
      </p:sp>
    </p:spTree>
    <p:extLst>
      <p:ext uri="{BB962C8B-B14F-4D97-AF65-F5344CB8AC3E}">
        <p14:creationId xmlns:p14="http://schemas.microsoft.com/office/powerpoint/2010/main" val="3458270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Назва розділу">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88673CC-2B3A-4925-A33B-57CE53CBDD35}"/>
              </a:ext>
            </a:extLst>
          </p:cNvPr>
          <p:cNvSpPr>
            <a:spLocks noGrp="1"/>
          </p:cNvSpPr>
          <p:nvPr>
            <p:ph type="title"/>
          </p:nvPr>
        </p:nvSpPr>
        <p:spPr>
          <a:xfrm>
            <a:off x="831850" y="1709738"/>
            <a:ext cx="10515600" cy="2852737"/>
          </a:xfrm>
        </p:spPr>
        <p:txBody>
          <a:bodyPr anchor="b"/>
          <a:lstStyle>
            <a:lvl1pPr>
              <a:defRPr sz="6000"/>
            </a:lvl1pPr>
          </a:lstStyle>
          <a:p>
            <a:r>
              <a:rPr lang="uk-UA"/>
              <a:t>Клацніть, щоб редагувати стиль зразка заголовка</a:t>
            </a:r>
          </a:p>
        </p:txBody>
      </p:sp>
      <p:sp>
        <p:nvSpPr>
          <p:cNvPr id="3" name="Місце для тексту 2">
            <a:extLst>
              <a:ext uri="{FF2B5EF4-FFF2-40B4-BE49-F238E27FC236}">
                <a16:creationId xmlns:a16="http://schemas.microsoft.com/office/drawing/2014/main" id="{7192C6DF-439F-4AEC-AAA9-74D3F092A0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uk-UA"/>
              <a:t>Клацніть, щоб відредагувати стилі зразків тексту</a:t>
            </a:r>
          </a:p>
        </p:txBody>
      </p:sp>
      <p:sp>
        <p:nvSpPr>
          <p:cNvPr id="4" name="Місце для дати 3">
            <a:extLst>
              <a:ext uri="{FF2B5EF4-FFF2-40B4-BE49-F238E27FC236}">
                <a16:creationId xmlns:a16="http://schemas.microsoft.com/office/drawing/2014/main" id="{3989A38D-A7CA-48CE-9518-7305FE55BEB4}"/>
              </a:ext>
            </a:extLst>
          </p:cNvPr>
          <p:cNvSpPr>
            <a:spLocks noGrp="1"/>
          </p:cNvSpPr>
          <p:nvPr>
            <p:ph type="dt" sz="half" idx="10"/>
          </p:nvPr>
        </p:nvSpPr>
        <p:spPr/>
        <p:txBody>
          <a:bodyPr/>
          <a:lstStyle/>
          <a:p>
            <a:fld id="{CF79F800-79AF-4D29-8061-B44F112B4F16}" type="datetime1">
              <a:rPr lang="uk-UA" smtClean="0"/>
              <a:t>16.05.2026</a:t>
            </a:fld>
            <a:endParaRPr lang="uk-UA"/>
          </a:p>
        </p:txBody>
      </p:sp>
      <p:sp>
        <p:nvSpPr>
          <p:cNvPr id="5" name="Місце для нижнього колонтитула 4">
            <a:extLst>
              <a:ext uri="{FF2B5EF4-FFF2-40B4-BE49-F238E27FC236}">
                <a16:creationId xmlns:a16="http://schemas.microsoft.com/office/drawing/2014/main" id="{56DC11D8-823B-4F64-B6FD-124406799330}"/>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991C8EAA-6DB7-430F-B475-1F294EDBC953}"/>
              </a:ext>
            </a:extLst>
          </p:cNvPr>
          <p:cNvSpPr>
            <a:spLocks noGrp="1"/>
          </p:cNvSpPr>
          <p:nvPr>
            <p:ph type="sldNum" sz="quarter" idx="12"/>
          </p:nvPr>
        </p:nvSpPr>
        <p:spPr/>
        <p:txBody>
          <a:bodyPr/>
          <a:lstStyle/>
          <a:p>
            <a:fld id="{4381394B-84A4-4EB2-8589-B7B2B99E12DD}" type="slidenum">
              <a:rPr lang="uk-UA" smtClean="0"/>
              <a:t>‹№›</a:t>
            </a:fld>
            <a:endParaRPr lang="uk-UA"/>
          </a:p>
        </p:txBody>
      </p:sp>
    </p:spTree>
    <p:extLst>
      <p:ext uri="{BB962C8B-B14F-4D97-AF65-F5344CB8AC3E}">
        <p14:creationId xmlns:p14="http://schemas.microsoft.com/office/powerpoint/2010/main" val="2514122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2B3423-F802-424F-AC2A-24D71ED5F8DD}"/>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вмісту 2">
            <a:extLst>
              <a:ext uri="{FF2B5EF4-FFF2-40B4-BE49-F238E27FC236}">
                <a16:creationId xmlns:a16="http://schemas.microsoft.com/office/drawing/2014/main" id="{6C6CF28D-EEA3-403C-95A9-E4D4E86F7249}"/>
              </a:ext>
            </a:extLst>
          </p:cNvPr>
          <p:cNvSpPr>
            <a:spLocks noGrp="1"/>
          </p:cNvSpPr>
          <p:nvPr>
            <p:ph sz="half" idx="1"/>
          </p:nvPr>
        </p:nvSpPr>
        <p:spPr>
          <a:xfrm>
            <a:off x="838200" y="1825625"/>
            <a:ext cx="5181600" cy="435133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вмісту 3">
            <a:extLst>
              <a:ext uri="{FF2B5EF4-FFF2-40B4-BE49-F238E27FC236}">
                <a16:creationId xmlns:a16="http://schemas.microsoft.com/office/drawing/2014/main" id="{1839A069-792E-4175-9D0C-441F7D9057C8}"/>
              </a:ext>
            </a:extLst>
          </p:cNvPr>
          <p:cNvSpPr>
            <a:spLocks noGrp="1"/>
          </p:cNvSpPr>
          <p:nvPr>
            <p:ph sz="half" idx="2"/>
          </p:nvPr>
        </p:nvSpPr>
        <p:spPr>
          <a:xfrm>
            <a:off x="6172200" y="1825625"/>
            <a:ext cx="5181600" cy="435133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5" name="Місце для дати 4">
            <a:extLst>
              <a:ext uri="{FF2B5EF4-FFF2-40B4-BE49-F238E27FC236}">
                <a16:creationId xmlns:a16="http://schemas.microsoft.com/office/drawing/2014/main" id="{0F439E16-469B-40AF-80B3-1E7AB980ED55}"/>
              </a:ext>
            </a:extLst>
          </p:cNvPr>
          <p:cNvSpPr>
            <a:spLocks noGrp="1"/>
          </p:cNvSpPr>
          <p:nvPr>
            <p:ph type="dt" sz="half" idx="10"/>
          </p:nvPr>
        </p:nvSpPr>
        <p:spPr/>
        <p:txBody>
          <a:bodyPr/>
          <a:lstStyle/>
          <a:p>
            <a:fld id="{833F35E6-0E1E-43D0-9122-A10F0C3C76F0}" type="datetime1">
              <a:rPr lang="uk-UA" smtClean="0"/>
              <a:t>16.05.2026</a:t>
            </a:fld>
            <a:endParaRPr lang="uk-UA"/>
          </a:p>
        </p:txBody>
      </p:sp>
      <p:sp>
        <p:nvSpPr>
          <p:cNvPr id="6" name="Місце для нижнього колонтитула 5">
            <a:extLst>
              <a:ext uri="{FF2B5EF4-FFF2-40B4-BE49-F238E27FC236}">
                <a16:creationId xmlns:a16="http://schemas.microsoft.com/office/drawing/2014/main" id="{8D9B156B-AEA5-426D-A9B4-AB069001DC0C}"/>
              </a:ext>
            </a:extLst>
          </p:cNvPr>
          <p:cNvSpPr>
            <a:spLocks noGrp="1"/>
          </p:cNvSpPr>
          <p:nvPr>
            <p:ph type="ftr" sz="quarter" idx="11"/>
          </p:nvPr>
        </p:nvSpPr>
        <p:spPr/>
        <p:txBody>
          <a:bodyPr/>
          <a:lstStyle/>
          <a:p>
            <a:endParaRPr lang="uk-UA"/>
          </a:p>
        </p:txBody>
      </p:sp>
      <p:sp>
        <p:nvSpPr>
          <p:cNvPr id="7" name="Місце для номера слайда 6">
            <a:extLst>
              <a:ext uri="{FF2B5EF4-FFF2-40B4-BE49-F238E27FC236}">
                <a16:creationId xmlns:a16="http://schemas.microsoft.com/office/drawing/2014/main" id="{C7B3DA1D-A53B-42CB-961A-3D5C4FE9A699}"/>
              </a:ext>
            </a:extLst>
          </p:cNvPr>
          <p:cNvSpPr>
            <a:spLocks noGrp="1"/>
          </p:cNvSpPr>
          <p:nvPr>
            <p:ph type="sldNum" sz="quarter" idx="12"/>
          </p:nvPr>
        </p:nvSpPr>
        <p:spPr/>
        <p:txBody>
          <a:bodyPr/>
          <a:lstStyle/>
          <a:p>
            <a:fld id="{4381394B-84A4-4EB2-8589-B7B2B99E12DD}" type="slidenum">
              <a:rPr lang="uk-UA" smtClean="0"/>
              <a:t>‹№›</a:t>
            </a:fld>
            <a:endParaRPr lang="uk-UA"/>
          </a:p>
        </p:txBody>
      </p:sp>
    </p:spTree>
    <p:extLst>
      <p:ext uri="{BB962C8B-B14F-4D97-AF65-F5344CB8AC3E}">
        <p14:creationId xmlns:p14="http://schemas.microsoft.com/office/powerpoint/2010/main" val="2029993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30FD81-936A-40A1-BD65-D94C51584199}"/>
              </a:ext>
            </a:extLst>
          </p:cNvPr>
          <p:cNvSpPr>
            <a:spLocks noGrp="1"/>
          </p:cNvSpPr>
          <p:nvPr>
            <p:ph type="title"/>
          </p:nvPr>
        </p:nvSpPr>
        <p:spPr>
          <a:xfrm>
            <a:off x="839788" y="365125"/>
            <a:ext cx="10515600" cy="1325563"/>
          </a:xfrm>
        </p:spPr>
        <p:txBody>
          <a:bodyPr/>
          <a:lstStyle/>
          <a:p>
            <a:r>
              <a:rPr lang="uk-UA"/>
              <a:t>Клацніть, щоб редагувати стиль зразка заголовка</a:t>
            </a:r>
          </a:p>
        </p:txBody>
      </p:sp>
      <p:sp>
        <p:nvSpPr>
          <p:cNvPr id="3" name="Місце для тексту 2">
            <a:extLst>
              <a:ext uri="{FF2B5EF4-FFF2-40B4-BE49-F238E27FC236}">
                <a16:creationId xmlns:a16="http://schemas.microsoft.com/office/drawing/2014/main" id="{AE07B97D-3170-4191-BCA6-4C121B8F35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4" name="Місце для вмісту 3">
            <a:extLst>
              <a:ext uri="{FF2B5EF4-FFF2-40B4-BE49-F238E27FC236}">
                <a16:creationId xmlns:a16="http://schemas.microsoft.com/office/drawing/2014/main" id="{17A83E68-968B-4A5A-A165-B43010515B91}"/>
              </a:ext>
            </a:extLst>
          </p:cNvPr>
          <p:cNvSpPr>
            <a:spLocks noGrp="1"/>
          </p:cNvSpPr>
          <p:nvPr>
            <p:ph sz="half" idx="2"/>
          </p:nvPr>
        </p:nvSpPr>
        <p:spPr>
          <a:xfrm>
            <a:off x="839788" y="2505075"/>
            <a:ext cx="5157787" cy="368458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5" name="Місце для тексту 4">
            <a:extLst>
              <a:ext uri="{FF2B5EF4-FFF2-40B4-BE49-F238E27FC236}">
                <a16:creationId xmlns:a16="http://schemas.microsoft.com/office/drawing/2014/main" id="{9382B267-CE0A-4512-A32F-8A48FF201D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6" name="Місце для вмісту 5">
            <a:extLst>
              <a:ext uri="{FF2B5EF4-FFF2-40B4-BE49-F238E27FC236}">
                <a16:creationId xmlns:a16="http://schemas.microsoft.com/office/drawing/2014/main" id="{58446F59-9ED7-407B-8635-DACD41ECE45C}"/>
              </a:ext>
            </a:extLst>
          </p:cNvPr>
          <p:cNvSpPr>
            <a:spLocks noGrp="1"/>
          </p:cNvSpPr>
          <p:nvPr>
            <p:ph sz="quarter" idx="4"/>
          </p:nvPr>
        </p:nvSpPr>
        <p:spPr>
          <a:xfrm>
            <a:off x="6172200" y="2505075"/>
            <a:ext cx="5183188" cy="368458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7" name="Місце для дати 6">
            <a:extLst>
              <a:ext uri="{FF2B5EF4-FFF2-40B4-BE49-F238E27FC236}">
                <a16:creationId xmlns:a16="http://schemas.microsoft.com/office/drawing/2014/main" id="{8881B3BF-568E-4524-9C72-0AF20BB896ED}"/>
              </a:ext>
            </a:extLst>
          </p:cNvPr>
          <p:cNvSpPr>
            <a:spLocks noGrp="1"/>
          </p:cNvSpPr>
          <p:nvPr>
            <p:ph type="dt" sz="half" idx="10"/>
          </p:nvPr>
        </p:nvSpPr>
        <p:spPr/>
        <p:txBody>
          <a:bodyPr/>
          <a:lstStyle/>
          <a:p>
            <a:fld id="{2ADC24B8-F4D3-47BA-8462-D930645CC0D3}" type="datetime1">
              <a:rPr lang="uk-UA" smtClean="0"/>
              <a:t>16.05.2026</a:t>
            </a:fld>
            <a:endParaRPr lang="uk-UA"/>
          </a:p>
        </p:txBody>
      </p:sp>
      <p:sp>
        <p:nvSpPr>
          <p:cNvPr id="8" name="Місце для нижнього колонтитула 7">
            <a:extLst>
              <a:ext uri="{FF2B5EF4-FFF2-40B4-BE49-F238E27FC236}">
                <a16:creationId xmlns:a16="http://schemas.microsoft.com/office/drawing/2014/main" id="{32712AF7-8C74-4C52-BCDB-9B55E56A3FFC}"/>
              </a:ext>
            </a:extLst>
          </p:cNvPr>
          <p:cNvSpPr>
            <a:spLocks noGrp="1"/>
          </p:cNvSpPr>
          <p:nvPr>
            <p:ph type="ftr" sz="quarter" idx="11"/>
          </p:nvPr>
        </p:nvSpPr>
        <p:spPr/>
        <p:txBody>
          <a:bodyPr/>
          <a:lstStyle/>
          <a:p>
            <a:endParaRPr lang="uk-UA"/>
          </a:p>
        </p:txBody>
      </p:sp>
      <p:sp>
        <p:nvSpPr>
          <p:cNvPr id="9" name="Місце для номера слайда 8">
            <a:extLst>
              <a:ext uri="{FF2B5EF4-FFF2-40B4-BE49-F238E27FC236}">
                <a16:creationId xmlns:a16="http://schemas.microsoft.com/office/drawing/2014/main" id="{FA4ED7C9-E8FA-4509-81E0-071FA6303C2A}"/>
              </a:ext>
            </a:extLst>
          </p:cNvPr>
          <p:cNvSpPr>
            <a:spLocks noGrp="1"/>
          </p:cNvSpPr>
          <p:nvPr>
            <p:ph type="sldNum" sz="quarter" idx="12"/>
          </p:nvPr>
        </p:nvSpPr>
        <p:spPr/>
        <p:txBody>
          <a:bodyPr/>
          <a:lstStyle/>
          <a:p>
            <a:fld id="{4381394B-84A4-4EB2-8589-B7B2B99E12DD}" type="slidenum">
              <a:rPr lang="uk-UA" smtClean="0"/>
              <a:t>‹№›</a:t>
            </a:fld>
            <a:endParaRPr lang="uk-UA"/>
          </a:p>
        </p:txBody>
      </p:sp>
    </p:spTree>
    <p:extLst>
      <p:ext uri="{BB962C8B-B14F-4D97-AF65-F5344CB8AC3E}">
        <p14:creationId xmlns:p14="http://schemas.microsoft.com/office/powerpoint/2010/main" val="622749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035513-94AE-4E7A-B560-8E7C94139013}"/>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дати 2">
            <a:extLst>
              <a:ext uri="{FF2B5EF4-FFF2-40B4-BE49-F238E27FC236}">
                <a16:creationId xmlns:a16="http://schemas.microsoft.com/office/drawing/2014/main" id="{DB0CACF8-E7C0-4011-8B8A-53B35F317332}"/>
              </a:ext>
            </a:extLst>
          </p:cNvPr>
          <p:cNvSpPr>
            <a:spLocks noGrp="1"/>
          </p:cNvSpPr>
          <p:nvPr>
            <p:ph type="dt" sz="half" idx="10"/>
          </p:nvPr>
        </p:nvSpPr>
        <p:spPr/>
        <p:txBody>
          <a:bodyPr/>
          <a:lstStyle/>
          <a:p>
            <a:fld id="{7CF2D6B8-6BD3-4E74-ADB0-D69C04FF6FCE}" type="datetime1">
              <a:rPr lang="uk-UA" smtClean="0"/>
              <a:t>16.05.2026</a:t>
            </a:fld>
            <a:endParaRPr lang="uk-UA"/>
          </a:p>
        </p:txBody>
      </p:sp>
      <p:sp>
        <p:nvSpPr>
          <p:cNvPr id="4" name="Місце для нижнього колонтитула 3">
            <a:extLst>
              <a:ext uri="{FF2B5EF4-FFF2-40B4-BE49-F238E27FC236}">
                <a16:creationId xmlns:a16="http://schemas.microsoft.com/office/drawing/2014/main" id="{E1A99BB9-2DCA-4E35-BDDD-A2E167DF9651}"/>
              </a:ext>
            </a:extLst>
          </p:cNvPr>
          <p:cNvSpPr>
            <a:spLocks noGrp="1"/>
          </p:cNvSpPr>
          <p:nvPr>
            <p:ph type="ftr" sz="quarter" idx="11"/>
          </p:nvPr>
        </p:nvSpPr>
        <p:spPr/>
        <p:txBody>
          <a:bodyPr/>
          <a:lstStyle/>
          <a:p>
            <a:endParaRPr lang="uk-UA"/>
          </a:p>
        </p:txBody>
      </p:sp>
      <p:sp>
        <p:nvSpPr>
          <p:cNvPr id="5" name="Місце для номера слайда 4">
            <a:extLst>
              <a:ext uri="{FF2B5EF4-FFF2-40B4-BE49-F238E27FC236}">
                <a16:creationId xmlns:a16="http://schemas.microsoft.com/office/drawing/2014/main" id="{5E52E035-D549-4221-9495-06F33CFE83ED}"/>
              </a:ext>
            </a:extLst>
          </p:cNvPr>
          <p:cNvSpPr>
            <a:spLocks noGrp="1"/>
          </p:cNvSpPr>
          <p:nvPr>
            <p:ph type="sldNum" sz="quarter" idx="12"/>
          </p:nvPr>
        </p:nvSpPr>
        <p:spPr/>
        <p:txBody>
          <a:bodyPr/>
          <a:lstStyle/>
          <a:p>
            <a:fld id="{4381394B-84A4-4EB2-8589-B7B2B99E12DD}" type="slidenum">
              <a:rPr lang="uk-UA" smtClean="0"/>
              <a:t>‹№›</a:t>
            </a:fld>
            <a:endParaRPr lang="uk-UA"/>
          </a:p>
        </p:txBody>
      </p:sp>
    </p:spTree>
    <p:extLst>
      <p:ext uri="{BB962C8B-B14F-4D97-AF65-F5344CB8AC3E}">
        <p14:creationId xmlns:p14="http://schemas.microsoft.com/office/powerpoint/2010/main" val="945459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Місце для дати 1">
            <a:extLst>
              <a:ext uri="{FF2B5EF4-FFF2-40B4-BE49-F238E27FC236}">
                <a16:creationId xmlns:a16="http://schemas.microsoft.com/office/drawing/2014/main" id="{5AA71E45-35BC-4286-BE50-69AE40786425}"/>
              </a:ext>
            </a:extLst>
          </p:cNvPr>
          <p:cNvSpPr>
            <a:spLocks noGrp="1"/>
          </p:cNvSpPr>
          <p:nvPr>
            <p:ph type="dt" sz="half" idx="10"/>
          </p:nvPr>
        </p:nvSpPr>
        <p:spPr/>
        <p:txBody>
          <a:bodyPr/>
          <a:lstStyle/>
          <a:p>
            <a:fld id="{0740A61B-1D10-4C78-B082-8FC64DB93002}" type="datetime1">
              <a:rPr lang="uk-UA" smtClean="0"/>
              <a:t>16.05.2026</a:t>
            </a:fld>
            <a:endParaRPr lang="uk-UA"/>
          </a:p>
        </p:txBody>
      </p:sp>
      <p:sp>
        <p:nvSpPr>
          <p:cNvPr id="3" name="Місце для нижнього колонтитула 2">
            <a:extLst>
              <a:ext uri="{FF2B5EF4-FFF2-40B4-BE49-F238E27FC236}">
                <a16:creationId xmlns:a16="http://schemas.microsoft.com/office/drawing/2014/main" id="{63308BFF-40A6-47B2-959C-B5FE29FAA2EF}"/>
              </a:ext>
            </a:extLst>
          </p:cNvPr>
          <p:cNvSpPr>
            <a:spLocks noGrp="1"/>
          </p:cNvSpPr>
          <p:nvPr>
            <p:ph type="ftr" sz="quarter" idx="11"/>
          </p:nvPr>
        </p:nvSpPr>
        <p:spPr/>
        <p:txBody>
          <a:bodyPr/>
          <a:lstStyle/>
          <a:p>
            <a:endParaRPr lang="uk-UA"/>
          </a:p>
        </p:txBody>
      </p:sp>
      <p:sp>
        <p:nvSpPr>
          <p:cNvPr id="4" name="Місце для номера слайда 3">
            <a:extLst>
              <a:ext uri="{FF2B5EF4-FFF2-40B4-BE49-F238E27FC236}">
                <a16:creationId xmlns:a16="http://schemas.microsoft.com/office/drawing/2014/main" id="{883AC5A9-D992-43A6-A1FA-CAD3289BACEB}"/>
              </a:ext>
            </a:extLst>
          </p:cNvPr>
          <p:cNvSpPr>
            <a:spLocks noGrp="1"/>
          </p:cNvSpPr>
          <p:nvPr>
            <p:ph type="sldNum" sz="quarter" idx="12"/>
          </p:nvPr>
        </p:nvSpPr>
        <p:spPr/>
        <p:txBody>
          <a:bodyPr/>
          <a:lstStyle/>
          <a:p>
            <a:fld id="{4381394B-84A4-4EB2-8589-B7B2B99E12DD}" type="slidenum">
              <a:rPr lang="uk-UA" smtClean="0"/>
              <a:t>‹№›</a:t>
            </a:fld>
            <a:endParaRPr lang="uk-UA"/>
          </a:p>
        </p:txBody>
      </p:sp>
    </p:spTree>
    <p:extLst>
      <p:ext uri="{BB962C8B-B14F-4D97-AF65-F5344CB8AC3E}">
        <p14:creationId xmlns:p14="http://schemas.microsoft.com/office/powerpoint/2010/main" val="618065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21538D-7AB7-4AE7-BE50-BAB6C0B4F937}"/>
              </a:ext>
            </a:extLst>
          </p:cNvPr>
          <p:cNvSpPr>
            <a:spLocks noGrp="1"/>
          </p:cNvSpPr>
          <p:nvPr>
            <p:ph type="title"/>
          </p:nvPr>
        </p:nvSpPr>
        <p:spPr>
          <a:xfrm>
            <a:off x="839788" y="457200"/>
            <a:ext cx="3932237" cy="1600200"/>
          </a:xfrm>
        </p:spPr>
        <p:txBody>
          <a:bodyPr anchor="b"/>
          <a:lstStyle>
            <a:lvl1pPr>
              <a:defRPr sz="3200"/>
            </a:lvl1pPr>
          </a:lstStyle>
          <a:p>
            <a:r>
              <a:rPr lang="uk-UA"/>
              <a:t>Клацніть, щоб редагувати стиль зразка заголовка</a:t>
            </a:r>
          </a:p>
        </p:txBody>
      </p:sp>
      <p:sp>
        <p:nvSpPr>
          <p:cNvPr id="3" name="Місце для вмісту 2">
            <a:extLst>
              <a:ext uri="{FF2B5EF4-FFF2-40B4-BE49-F238E27FC236}">
                <a16:creationId xmlns:a16="http://schemas.microsoft.com/office/drawing/2014/main" id="{8DF71E62-A046-48A1-A674-2B8F06ECFE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тексту 3">
            <a:extLst>
              <a:ext uri="{FF2B5EF4-FFF2-40B4-BE49-F238E27FC236}">
                <a16:creationId xmlns:a16="http://schemas.microsoft.com/office/drawing/2014/main" id="{3F8B0418-3D96-48FE-A7F3-ADDB4D5F77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Місце для дати 4">
            <a:extLst>
              <a:ext uri="{FF2B5EF4-FFF2-40B4-BE49-F238E27FC236}">
                <a16:creationId xmlns:a16="http://schemas.microsoft.com/office/drawing/2014/main" id="{A883128C-76B7-43E1-A672-EDD83D0E4D0B}"/>
              </a:ext>
            </a:extLst>
          </p:cNvPr>
          <p:cNvSpPr>
            <a:spLocks noGrp="1"/>
          </p:cNvSpPr>
          <p:nvPr>
            <p:ph type="dt" sz="half" idx="10"/>
          </p:nvPr>
        </p:nvSpPr>
        <p:spPr/>
        <p:txBody>
          <a:bodyPr/>
          <a:lstStyle/>
          <a:p>
            <a:fld id="{C8540211-4A3E-4809-B89D-7BC3F90112BC}" type="datetime1">
              <a:rPr lang="uk-UA" smtClean="0"/>
              <a:t>16.05.2026</a:t>
            </a:fld>
            <a:endParaRPr lang="uk-UA"/>
          </a:p>
        </p:txBody>
      </p:sp>
      <p:sp>
        <p:nvSpPr>
          <p:cNvPr id="6" name="Місце для нижнього колонтитула 5">
            <a:extLst>
              <a:ext uri="{FF2B5EF4-FFF2-40B4-BE49-F238E27FC236}">
                <a16:creationId xmlns:a16="http://schemas.microsoft.com/office/drawing/2014/main" id="{88594C9D-C79F-497C-BE25-6C5D98873D8A}"/>
              </a:ext>
            </a:extLst>
          </p:cNvPr>
          <p:cNvSpPr>
            <a:spLocks noGrp="1"/>
          </p:cNvSpPr>
          <p:nvPr>
            <p:ph type="ftr" sz="quarter" idx="11"/>
          </p:nvPr>
        </p:nvSpPr>
        <p:spPr/>
        <p:txBody>
          <a:bodyPr/>
          <a:lstStyle/>
          <a:p>
            <a:endParaRPr lang="uk-UA"/>
          </a:p>
        </p:txBody>
      </p:sp>
      <p:sp>
        <p:nvSpPr>
          <p:cNvPr id="7" name="Місце для номера слайда 6">
            <a:extLst>
              <a:ext uri="{FF2B5EF4-FFF2-40B4-BE49-F238E27FC236}">
                <a16:creationId xmlns:a16="http://schemas.microsoft.com/office/drawing/2014/main" id="{CB479ADF-E166-44D1-B6A4-828C6FF3621C}"/>
              </a:ext>
            </a:extLst>
          </p:cNvPr>
          <p:cNvSpPr>
            <a:spLocks noGrp="1"/>
          </p:cNvSpPr>
          <p:nvPr>
            <p:ph type="sldNum" sz="quarter" idx="12"/>
          </p:nvPr>
        </p:nvSpPr>
        <p:spPr/>
        <p:txBody>
          <a:bodyPr/>
          <a:lstStyle/>
          <a:p>
            <a:fld id="{4381394B-84A4-4EB2-8589-B7B2B99E12DD}" type="slidenum">
              <a:rPr lang="uk-UA" smtClean="0"/>
              <a:t>‹№›</a:t>
            </a:fld>
            <a:endParaRPr lang="uk-UA"/>
          </a:p>
        </p:txBody>
      </p:sp>
    </p:spTree>
    <p:extLst>
      <p:ext uri="{BB962C8B-B14F-4D97-AF65-F5344CB8AC3E}">
        <p14:creationId xmlns:p14="http://schemas.microsoft.com/office/powerpoint/2010/main" val="622925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і підпис">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DEE0AAA-BD50-4F3A-92CE-C5F198AB151D}"/>
              </a:ext>
            </a:extLst>
          </p:cNvPr>
          <p:cNvSpPr>
            <a:spLocks noGrp="1"/>
          </p:cNvSpPr>
          <p:nvPr>
            <p:ph type="title"/>
          </p:nvPr>
        </p:nvSpPr>
        <p:spPr>
          <a:xfrm>
            <a:off x="839788" y="457200"/>
            <a:ext cx="3932237" cy="1600200"/>
          </a:xfrm>
        </p:spPr>
        <p:txBody>
          <a:bodyPr anchor="b"/>
          <a:lstStyle>
            <a:lvl1pPr>
              <a:defRPr sz="3200"/>
            </a:lvl1pPr>
          </a:lstStyle>
          <a:p>
            <a:r>
              <a:rPr lang="uk-UA"/>
              <a:t>Клацніть, щоб редагувати стиль зразка заголовка</a:t>
            </a:r>
          </a:p>
        </p:txBody>
      </p:sp>
      <p:sp>
        <p:nvSpPr>
          <p:cNvPr id="3" name="Місце для зображення 2">
            <a:extLst>
              <a:ext uri="{FF2B5EF4-FFF2-40B4-BE49-F238E27FC236}">
                <a16:creationId xmlns:a16="http://schemas.microsoft.com/office/drawing/2014/main" id="{E51779C8-AC8F-485E-9EFA-6B9AC89D2C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uk-UA"/>
          </a:p>
        </p:txBody>
      </p:sp>
      <p:sp>
        <p:nvSpPr>
          <p:cNvPr id="4" name="Місце для тексту 3">
            <a:extLst>
              <a:ext uri="{FF2B5EF4-FFF2-40B4-BE49-F238E27FC236}">
                <a16:creationId xmlns:a16="http://schemas.microsoft.com/office/drawing/2014/main" id="{ECF46ABB-5E80-4EA8-88EA-C7E12F0CF9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Місце для дати 4">
            <a:extLst>
              <a:ext uri="{FF2B5EF4-FFF2-40B4-BE49-F238E27FC236}">
                <a16:creationId xmlns:a16="http://schemas.microsoft.com/office/drawing/2014/main" id="{CDA4E632-8FA0-4BAE-9C5C-27768A2AB7D2}"/>
              </a:ext>
            </a:extLst>
          </p:cNvPr>
          <p:cNvSpPr>
            <a:spLocks noGrp="1"/>
          </p:cNvSpPr>
          <p:nvPr>
            <p:ph type="dt" sz="half" idx="10"/>
          </p:nvPr>
        </p:nvSpPr>
        <p:spPr/>
        <p:txBody>
          <a:bodyPr/>
          <a:lstStyle/>
          <a:p>
            <a:fld id="{8A697D8A-AA77-4F03-936A-A3FB0932A535}" type="datetime1">
              <a:rPr lang="uk-UA" smtClean="0"/>
              <a:t>16.05.2026</a:t>
            </a:fld>
            <a:endParaRPr lang="uk-UA"/>
          </a:p>
        </p:txBody>
      </p:sp>
      <p:sp>
        <p:nvSpPr>
          <p:cNvPr id="6" name="Місце для нижнього колонтитула 5">
            <a:extLst>
              <a:ext uri="{FF2B5EF4-FFF2-40B4-BE49-F238E27FC236}">
                <a16:creationId xmlns:a16="http://schemas.microsoft.com/office/drawing/2014/main" id="{43CC6F5A-82AA-41D4-A0C0-97BF2A8BA9BA}"/>
              </a:ext>
            </a:extLst>
          </p:cNvPr>
          <p:cNvSpPr>
            <a:spLocks noGrp="1"/>
          </p:cNvSpPr>
          <p:nvPr>
            <p:ph type="ftr" sz="quarter" idx="11"/>
          </p:nvPr>
        </p:nvSpPr>
        <p:spPr/>
        <p:txBody>
          <a:bodyPr/>
          <a:lstStyle/>
          <a:p>
            <a:endParaRPr lang="uk-UA"/>
          </a:p>
        </p:txBody>
      </p:sp>
      <p:sp>
        <p:nvSpPr>
          <p:cNvPr id="7" name="Місце для номера слайда 6">
            <a:extLst>
              <a:ext uri="{FF2B5EF4-FFF2-40B4-BE49-F238E27FC236}">
                <a16:creationId xmlns:a16="http://schemas.microsoft.com/office/drawing/2014/main" id="{90D18D41-EDC2-44DE-9325-AF91B136B54E}"/>
              </a:ext>
            </a:extLst>
          </p:cNvPr>
          <p:cNvSpPr>
            <a:spLocks noGrp="1"/>
          </p:cNvSpPr>
          <p:nvPr>
            <p:ph type="sldNum" sz="quarter" idx="12"/>
          </p:nvPr>
        </p:nvSpPr>
        <p:spPr/>
        <p:txBody>
          <a:bodyPr/>
          <a:lstStyle/>
          <a:p>
            <a:fld id="{4381394B-84A4-4EB2-8589-B7B2B99E12DD}" type="slidenum">
              <a:rPr lang="uk-UA" smtClean="0"/>
              <a:t>‹№›</a:t>
            </a:fld>
            <a:endParaRPr lang="uk-UA"/>
          </a:p>
        </p:txBody>
      </p:sp>
    </p:spTree>
    <p:extLst>
      <p:ext uri="{BB962C8B-B14F-4D97-AF65-F5344CB8AC3E}">
        <p14:creationId xmlns:p14="http://schemas.microsoft.com/office/powerpoint/2010/main" val="3303002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45D2B5-82DC-4007-90AE-7A73C180475A}"/>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вертикального тексту 2">
            <a:extLst>
              <a:ext uri="{FF2B5EF4-FFF2-40B4-BE49-F238E27FC236}">
                <a16:creationId xmlns:a16="http://schemas.microsoft.com/office/drawing/2014/main" id="{5618A206-4C04-4596-B2A8-FC2DFF06CD6B}"/>
              </a:ext>
            </a:extLst>
          </p:cNvPr>
          <p:cNvSpPr>
            <a:spLocks noGrp="1"/>
          </p:cNvSpPr>
          <p:nvPr>
            <p:ph type="body" orient="vert" idx="1"/>
          </p:nvPr>
        </p:nvSpPr>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DAF5B140-EF14-461A-9230-BB677BE97A39}"/>
              </a:ext>
            </a:extLst>
          </p:cNvPr>
          <p:cNvSpPr>
            <a:spLocks noGrp="1"/>
          </p:cNvSpPr>
          <p:nvPr>
            <p:ph type="dt" sz="half" idx="10"/>
          </p:nvPr>
        </p:nvSpPr>
        <p:spPr/>
        <p:txBody>
          <a:bodyPr/>
          <a:lstStyle/>
          <a:p>
            <a:fld id="{8A5E2E62-B2D6-445C-97A7-4E362A639F85}" type="datetime1">
              <a:rPr lang="uk-UA" smtClean="0"/>
              <a:t>16.05.2026</a:t>
            </a:fld>
            <a:endParaRPr lang="uk-UA"/>
          </a:p>
        </p:txBody>
      </p:sp>
      <p:sp>
        <p:nvSpPr>
          <p:cNvPr id="5" name="Місце для нижнього колонтитула 4">
            <a:extLst>
              <a:ext uri="{FF2B5EF4-FFF2-40B4-BE49-F238E27FC236}">
                <a16:creationId xmlns:a16="http://schemas.microsoft.com/office/drawing/2014/main" id="{124F153C-0AEB-4A67-8196-BD7D3129624F}"/>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4BC939C9-1270-4189-BF31-65755C3EFFBF}"/>
              </a:ext>
            </a:extLst>
          </p:cNvPr>
          <p:cNvSpPr>
            <a:spLocks noGrp="1"/>
          </p:cNvSpPr>
          <p:nvPr>
            <p:ph type="sldNum" sz="quarter" idx="12"/>
          </p:nvPr>
        </p:nvSpPr>
        <p:spPr/>
        <p:txBody>
          <a:bodyPr/>
          <a:lstStyle/>
          <a:p>
            <a:fld id="{4381394B-84A4-4EB2-8589-B7B2B99E12DD}" type="slidenum">
              <a:rPr lang="uk-UA" smtClean="0"/>
              <a:t>‹№›</a:t>
            </a:fld>
            <a:endParaRPr lang="uk-UA"/>
          </a:p>
        </p:txBody>
      </p:sp>
    </p:spTree>
    <p:extLst>
      <p:ext uri="{BB962C8B-B14F-4D97-AF65-F5344CB8AC3E}">
        <p14:creationId xmlns:p14="http://schemas.microsoft.com/office/powerpoint/2010/main" val="2026754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ий заголовок і текст">
    <p:spTree>
      <p:nvGrpSpPr>
        <p:cNvPr id="1" name=""/>
        <p:cNvGrpSpPr/>
        <p:nvPr/>
      </p:nvGrpSpPr>
      <p:grpSpPr>
        <a:xfrm>
          <a:off x="0" y="0"/>
          <a:ext cx="0" cy="0"/>
          <a:chOff x="0" y="0"/>
          <a:chExt cx="0" cy="0"/>
        </a:xfrm>
      </p:grpSpPr>
      <p:sp>
        <p:nvSpPr>
          <p:cNvPr id="2" name="Вертикальний заголовок 1">
            <a:extLst>
              <a:ext uri="{FF2B5EF4-FFF2-40B4-BE49-F238E27FC236}">
                <a16:creationId xmlns:a16="http://schemas.microsoft.com/office/drawing/2014/main" id="{1CD2B77F-4CFE-4F87-AA07-977D211A7718}"/>
              </a:ext>
            </a:extLst>
          </p:cNvPr>
          <p:cNvSpPr>
            <a:spLocks noGrp="1"/>
          </p:cNvSpPr>
          <p:nvPr>
            <p:ph type="title" orient="vert"/>
          </p:nvPr>
        </p:nvSpPr>
        <p:spPr>
          <a:xfrm>
            <a:off x="8724900" y="365125"/>
            <a:ext cx="2628900" cy="5811838"/>
          </a:xfrm>
        </p:spPr>
        <p:txBody>
          <a:bodyPr vert="eaVert"/>
          <a:lstStyle/>
          <a:p>
            <a:r>
              <a:rPr lang="uk-UA"/>
              <a:t>Клацніть, щоб редагувати стиль зразка заголовка</a:t>
            </a:r>
          </a:p>
        </p:txBody>
      </p:sp>
      <p:sp>
        <p:nvSpPr>
          <p:cNvPr id="3" name="Місце для вертикального тексту 2">
            <a:extLst>
              <a:ext uri="{FF2B5EF4-FFF2-40B4-BE49-F238E27FC236}">
                <a16:creationId xmlns:a16="http://schemas.microsoft.com/office/drawing/2014/main" id="{2E955AE1-A898-402E-9A48-676D3193C03F}"/>
              </a:ext>
            </a:extLst>
          </p:cNvPr>
          <p:cNvSpPr>
            <a:spLocks noGrp="1"/>
          </p:cNvSpPr>
          <p:nvPr>
            <p:ph type="body" orient="vert" idx="1"/>
          </p:nvPr>
        </p:nvSpPr>
        <p:spPr>
          <a:xfrm>
            <a:off x="838200" y="365125"/>
            <a:ext cx="7734300" cy="5811838"/>
          </a:xfrm>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95A3B7FE-9218-4A91-91A9-9FDF427EE761}"/>
              </a:ext>
            </a:extLst>
          </p:cNvPr>
          <p:cNvSpPr>
            <a:spLocks noGrp="1"/>
          </p:cNvSpPr>
          <p:nvPr>
            <p:ph type="dt" sz="half" idx="10"/>
          </p:nvPr>
        </p:nvSpPr>
        <p:spPr/>
        <p:txBody>
          <a:bodyPr/>
          <a:lstStyle/>
          <a:p>
            <a:fld id="{088131B2-0C14-4D6A-B416-AEFA39167D01}" type="datetime1">
              <a:rPr lang="uk-UA" smtClean="0"/>
              <a:t>16.05.2026</a:t>
            </a:fld>
            <a:endParaRPr lang="uk-UA"/>
          </a:p>
        </p:txBody>
      </p:sp>
      <p:sp>
        <p:nvSpPr>
          <p:cNvPr id="5" name="Місце для нижнього колонтитула 4">
            <a:extLst>
              <a:ext uri="{FF2B5EF4-FFF2-40B4-BE49-F238E27FC236}">
                <a16:creationId xmlns:a16="http://schemas.microsoft.com/office/drawing/2014/main" id="{646B9829-E507-4BDE-9CB1-58EC635D15E0}"/>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C23A5BB3-B6FE-4EDB-94F0-D3B259FB4F84}"/>
              </a:ext>
            </a:extLst>
          </p:cNvPr>
          <p:cNvSpPr>
            <a:spLocks noGrp="1"/>
          </p:cNvSpPr>
          <p:nvPr>
            <p:ph type="sldNum" sz="quarter" idx="12"/>
          </p:nvPr>
        </p:nvSpPr>
        <p:spPr/>
        <p:txBody>
          <a:bodyPr/>
          <a:lstStyle/>
          <a:p>
            <a:fld id="{4381394B-84A4-4EB2-8589-B7B2B99E12DD}" type="slidenum">
              <a:rPr lang="uk-UA" smtClean="0"/>
              <a:t>‹№›</a:t>
            </a:fld>
            <a:endParaRPr lang="uk-UA"/>
          </a:p>
        </p:txBody>
      </p:sp>
    </p:spTree>
    <p:extLst>
      <p:ext uri="{BB962C8B-B14F-4D97-AF65-F5344CB8AC3E}">
        <p14:creationId xmlns:p14="http://schemas.microsoft.com/office/powerpoint/2010/main" val="2377999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Місце для заголовка 1">
            <a:extLst>
              <a:ext uri="{FF2B5EF4-FFF2-40B4-BE49-F238E27FC236}">
                <a16:creationId xmlns:a16="http://schemas.microsoft.com/office/drawing/2014/main" id="{8548A7C0-4FEE-409B-A1B5-C3956A9749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uk-UA"/>
              <a:t>Клацніть, щоб редагувати стиль зразка заголовка</a:t>
            </a:r>
          </a:p>
        </p:txBody>
      </p:sp>
      <p:sp>
        <p:nvSpPr>
          <p:cNvPr id="3" name="Місце для тексту 2">
            <a:extLst>
              <a:ext uri="{FF2B5EF4-FFF2-40B4-BE49-F238E27FC236}">
                <a16:creationId xmlns:a16="http://schemas.microsoft.com/office/drawing/2014/main" id="{89DBBC86-440D-4F2C-819F-B0381027B7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B681D02C-40F5-4374-B745-2D978D2901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5D61AF-8FD6-4C0B-AB26-C005D1C08023}" type="datetime1">
              <a:rPr lang="uk-UA" smtClean="0"/>
              <a:t>16.05.2026</a:t>
            </a:fld>
            <a:endParaRPr lang="uk-UA"/>
          </a:p>
        </p:txBody>
      </p:sp>
      <p:sp>
        <p:nvSpPr>
          <p:cNvPr id="5" name="Місце для нижнього колонтитула 4">
            <a:extLst>
              <a:ext uri="{FF2B5EF4-FFF2-40B4-BE49-F238E27FC236}">
                <a16:creationId xmlns:a16="http://schemas.microsoft.com/office/drawing/2014/main" id="{1057D804-0E8C-45F2-8787-B47CA2C86C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uk-UA"/>
          </a:p>
        </p:txBody>
      </p:sp>
      <p:sp>
        <p:nvSpPr>
          <p:cNvPr id="6" name="Місце для номера слайда 5">
            <a:extLst>
              <a:ext uri="{FF2B5EF4-FFF2-40B4-BE49-F238E27FC236}">
                <a16:creationId xmlns:a16="http://schemas.microsoft.com/office/drawing/2014/main" id="{D98A428F-F37C-4831-8AC5-EBB5E30312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81394B-84A4-4EB2-8589-B7B2B99E12DD}" type="slidenum">
              <a:rPr lang="uk-UA" smtClean="0"/>
              <a:t>‹№›</a:t>
            </a:fld>
            <a:endParaRPr lang="uk-UA"/>
          </a:p>
        </p:txBody>
      </p:sp>
    </p:spTree>
    <p:extLst>
      <p:ext uri="{BB962C8B-B14F-4D97-AF65-F5344CB8AC3E}">
        <p14:creationId xmlns:p14="http://schemas.microsoft.com/office/powerpoint/2010/main" val="13843102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6" name="Прямокутник 5">
            <a:extLst>
              <a:ext uri="{FF2B5EF4-FFF2-40B4-BE49-F238E27FC236}">
                <a16:creationId xmlns:a16="http://schemas.microsoft.com/office/drawing/2014/main" id="{798448D3-409F-4370-8EC4-E1C20D2B363E}"/>
              </a:ext>
            </a:extLst>
          </p:cNvPr>
          <p:cNvSpPr/>
          <p:nvPr/>
        </p:nvSpPr>
        <p:spPr>
          <a:xfrm>
            <a:off x="2215978" y="2350643"/>
            <a:ext cx="7760043" cy="1815882"/>
          </a:xfrm>
          <a:prstGeom prst="rect">
            <a:avLst/>
          </a:prstGeom>
        </p:spPr>
        <p:txBody>
          <a:bodyPr wrap="square">
            <a:spAutoFit/>
          </a:bodyPr>
          <a:lstStyle/>
          <a:p>
            <a:pPr algn="ctr"/>
            <a:r>
              <a:rPr lang="uk-UA" sz="2800" b="1" dirty="0"/>
              <a:t>Програмна система вивчення іноземних мов у форматі онлайн-дуелей у реальному часі: </a:t>
            </a:r>
            <a:r>
              <a:rPr lang="uk-UA" sz="2800" b="1" dirty="0" err="1"/>
              <a:t>backend</a:t>
            </a:r>
            <a:r>
              <a:rPr lang="uk-UA" sz="2800" b="1" dirty="0"/>
              <a:t>-частина (REST API, серверна логіка та робота з базою </a:t>
            </a:r>
            <a:r>
              <a:rPr lang="uk-UA" sz="2800" b="1" dirty="0" err="1"/>
              <a:t>данних</a:t>
            </a:r>
            <a:r>
              <a:rPr lang="uk-UA" sz="2800" b="1" dirty="0"/>
              <a:t>)</a:t>
            </a:r>
          </a:p>
        </p:txBody>
      </p:sp>
      <p:sp>
        <p:nvSpPr>
          <p:cNvPr id="7" name="Прямокутник 6">
            <a:extLst>
              <a:ext uri="{FF2B5EF4-FFF2-40B4-BE49-F238E27FC236}">
                <a16:creationId xmlns:a16="http://schemas.microsoft.com/office/drawing/2014/main" id="{6B4963D3-F9F4-42FA-8C05-3B09995EBC1E}"/>
              </a:ext>
            </a:extLst>
          </p:cNvPr>
          <p:cNvSpPr/>
          <p:nvPr/>
        </p:nvSpPr>
        <p:spPr>
          <a:xfrm>
            <a:off x="2215978" y="870805"/>
            <a:ext cx="7760043" cy="646331"/>
          </a:xfrm>
          <a:prstGeom prst="rect">
            <a:avLst/>
          </a:prstGeom>
        </p:spPr>
        <p:txBody>
          <a:bodyPr wrap="square">
            <a:spAutoFit/>
          </a:bodyPr>
          <a:lstStyle/>
          <a:p>
            <a:pPr algn="ctr"/>
            <a:r>
              <a:rPr lang="ru-RU" b="1" dirty="0" err="1"/>
              <a:t>Міністерство</a:t>
            </a:r>
            <a:r>
              <a:rPr lang="ru-RU" b="1" dirty="0"/>
              <a:t> </a:t>
            </a:r>
            <a:r>
              <a:rPr lang="ru-RU" b="1" dirty="0" err="1"/>
              <a:t>освіти</a:t>
            </a:r>
            <a:r>
              <a:rPr lang="ru-RU" b="1" dirty="0"/>
              <a:t> і науки </a:t>
            </a:r>
            <a:r>
              <a:rPr lang="ru-RU" b="1" dirty="0" err="1"/>
              <a:t>України</a:t>
            </a:r>
            <a:r>
              <a:rPr lang="ru-RU" b="1" dirty="0"/>
              <a:t> </a:t>
            </a:r>
          </a:p>
          <a:p>
            <a:pPr algn="ctr"/>
            <a:r>
              <a:rPr lang="ru-RU" b="1" dirty="0" err="1"/>
              <a:t>Харківський</a:t>
            </a:r>
            <a:r>
              <a:rPr lang="ru-RU" b="1" dirty="0"/>
              <a:t> </a:t>
            </a:r>
            <a:r>
              <a:rPr lang="ru-RU" b="1" dirty="0" err="1"/>
              <a:t>національний</a:t>
            </a:r>
            <a:r>
              <a:rPr lang="ru-RU" b="1" dirty="0"/>
              <a:t> </a:t>
            </a:r>
            <a:r>
              <a:rPr lang="ru-RU" b="1" dirty="0" err="1"/>
              <a:t>університет</a:t>
            </a:r>
            <a:r>
              <a:rPr lang="ru-RU" b="1" dirty="0"/>
              <a:t> </a:t>
            </a:r>
            <a:r>
              <a:rPr lang="ru-RU" b="1" dirty="0" err="1"/>
              <a:t>радіоелектроніки</a:t>
            </a:r>
            <a:endParaRPr lang="uk-UA" b="1" dirty="0"/>
          </a:p>
        </p:txBody>
      </p:sp>
      <p:sp>
        <p:nvSpPr>
          <p:cNvPr id="8" name="Прямокутник 7">
            <a:extLst>
              <a:ext uri="{FF2B5EF4-FFF2-40B4-BE49-F238E27FC236}">
                <a16:creationId xmlns:a16="http://schemas.microsoft.com/office/drawing/2014/main" id="{55AE39CD-1239-4298-A513-0615A197492B}"/>
              </a:ext>
            </a:extLst>
          </p:cNvPr>
          <p:cNvSpPr/>
          <p:nvPr/>
        </p:nvSpPr>
        <p:spPr>
          <a:xfrm>
            <a:off x="7084541" y="4507357"/>
            <a:ext cx="4328982" cy="1200329"/>
          </a:xfrm>
          <a:prstGeom prst="rect">
            <a:avLst/>
          </a:prstGeom>
        </p:spPr>
        <p:txBody>
          <a:bodyPr wrap="square">
            <a:spAutoFit/>
          </a:bodyPr>
          <a:lstStyle/>
          <a:p>
            <a:r>
              <a:rPr lang="ru-RU" b="1" dirty="0" err="1"/>
              <a:t>Тітаренко</a:t>
            </a:r>
            <a:r>
              <a:rPr lang="ru-RU" b="1" dirty="0"/>
              <a:t> </a:t>
            </a:r>
            <a:r>
              <a:rPr lang="ru-RU" b="1" dirty="0" err="1"/>
              <a:t>Микита</a:t>
            </a:r>
            <a:r>
              <a:rPr lang="ru-RU" b="1" dirty="0"/>
              <a:t> </a:t>
            </a:r>
            <a:r>
              <a:rPr lang="ru-RU" b="1" dirty="0" err="1"/>
              <a:t>Сергійович</a:t>
            </a:r>
            <a:r>
              <a:rPr lang="ru-RU" b="1" dirty="0"/>
              <a:t>, ПЗПІ-23-1</a:t>
            </a:r>
          </a:p>
          <a:p>
            <a:r>
              <a:rPr lang="ru-RU" b="1" dirty="0" err="1"/>
              <a:t>Керівник</a:t>
            </a:r>
            <a:r>
              <a:rPr lang="ru-RU" dirty="0"/>
              <a:t>: доцент </a:t>
            </a:r>
            <a:r>
              <a:rPr lang="ru-RU" dirty="0" err="1"/>
              <a:t>кафедри</a:t>
            </a:r>
            <a:r>
              <a:rPr lang="ru-RU" dirty="0"/>
              <a:t> </a:t>
            </a:r>
            <a:r>
              <a:rPr lang="ru-RU" dirty="0" err="1"/>
              <a:t>програмної</a:t>
            </a:r>
            <a:r>
              <a:rPr lang="ru-RU" dirty="0"/>
              <a:t> </a:t>
            </a:r>
            <a:r>
              <a:rPr lang="ru-RU" dirty="0" err="1"/>
              <a:t>інженерії</a:t>
            </a:r>
            <a:r>
              <a:rPr lang="ru-RU" dirty="0"/>
              <a:t> (за </a:t>
            </a:r>
            <a:r>
              <a:rPr lang="ru-RU" dirty="0" err="1"/>
              <a:t>сумісництвом</a:t>
            </a:r>
            <a:r>
              <a:rPr lang="ru-RU" dirty="0"/>
              <a:t>), кандидат </a:t>
            </a:r>
            <a:r>
              <a:rPr lang="ru-RU" dirty="0" err="1"/>
              <a:t>технічних</a:t>
            </a:r>
            <a:r>
              <a:rPr lang="ru-RU" dirty="0"/>
              <a:t> наук, доцент </a:t>
            </a:r>
            <a:r>
              <a:rPr lang="ru-RU" b="1" dirty="0" err="1"/>
              <a:t>Ірина</a:t>
            </a:r>
            <a:r>
              <a:rPr lang="ru-RU" b="1" dirty="0"/>
              <a:t> </a:t>
            </a:r>
            <a:r>
              <a:rPr lang="ru-RU" b="1" dirty="0" err="1"/>
              <a:t>Побіженко</a:t>
            </a:r>
            <a:endParaRPr lang="uk-UA" b="1" dirty="0"/>
          </a:p>
        </p:txBody>
      </p:sp>
      <p:sp>
        <p:nvSpPr>
          <p:cNvPr id="9" name="Прямокутник 8">
            <a:extLst>
              <a:ext uri="{FF2B5EF4-FFF2-40B4-BE49-F238E27FC236}">
                <a16:creationId xmlns:a16="http://schemas.microsoft.com/office/drawing/2014/main" id="{713445A2-8EA2-4E08-9E22-85BE22BFF084}"/>
              </a:ext>
            </a:extLst>
          </p:cNvPr>
          <p:cNvSpPr/>
          <p:nvPr/>
        </p:nvSpPr>
        <p:spPr>
          <a:xfrm>
            <a:off x="2413686" y="5802529"/>
            <a:ext cx="7760043" cy="369332"/>
          </a:xfrm>
          <a:prstGeom prst="rect">
            <a:avLst/>
          </a:prstGeom>
        </p:spPr>
        <p:txBody>
          <a:bodyPr wrap="square">
            <a:spAutoFit/>
          </a:bodyPr>
          <a:lstStyle/>
          <a:p>
            <a:pPr algn="ctr"/>
            <a:r>
              <a:rPr lang="ru-RU" b="1" dirty="0"/>
              <a:t>26 червня 2026</a:t>
            </a:r>
            <a:endParaRPr lang="uk-UA" b="1" dirty="0"/>
          </a:p>
        </p:txBody>
      </p:sp>
      <p:sp>
        <p:nvSpPr>
          <p:cNvPr id="2" name="Місце для номера слайда 1">
            <a:extLst>
              <a:ext uri="{FF2B5EF4-FFF2-40B4-BE49-F238E27FC236}">
                <a16:creationId xmlns:a16="http://schemas.microsoft.com/office/drawing/2014/main" id="{B2B4CCCD-9C68-4F59-8967-6453FA8F566A}"/>
              </a:ext>
            </a:extLst>
          </p:cNvPr>
          <p:cNvSpPr>
            <a:spLocks noGrp="1"/>
          </p:cNvSpPr>
          <p:nvPr>
            <p:ph type="sldNum" sz="quarter" idx="12"/>
          </p:nvPr>
        </p:nvSpPr>
        <p:spPr/>
        <p:txBody>
          <a:bodyPr/>
          <a:lstStyle/>
          <a:p>
            <a:fld id="{4381394B-84A4-4EB2-8589-B7B2B99E12DD}" type="slidenum">
              <a:rPr lang="uk-UA" sz="1800" b="1" smtClean="0">
                <a:solidFill>
                  <a:schemeClr val="bg1"/>
                </a:solidFill>
              </a:rPr>
              <a:t>1</a:t>
            </a:fld>
            <a:endParaRPr lang="uk-UA" sz="1800" b="1" dirty="0">
              <a:solidFill>
                <a:schemeClr val="bg1"/>
              </a:solidFill>
            </a:endParaRPr>
          </a:p>
        </p:txBody>
      </p:sp>
    </p:spTree>
    <p:extLst>
      <p:ext uri="{BB962C8B-B14F-4D97-AF65-F5344CB8AC3E}">
        <p14:creationId xmlns:p14="http://schemas.microsoft.com/office/powerpoint/2010/main" val="2597353385"/>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Прямокутник 9">
            <a:extLst>
              <a:ext uri="{FF2B5EF4-FFF2-40B4-BE49-F238E27FC236}">
                <a16:creationId xmlns:a16="http://schemas.microsoft.com/office/drawing/2014/main" id="{A9D3E3A9-8B80-4DE4-A922-F46247F3A3A0}"/>
              </a:ext>
            </a:extLst>
          </p:cNvPr>
          <p:cNvSpPr/>
          <p:nvPr/>
        </p:nvSpPr>
        <p:spPr>
          <a:xfrm>
            <a:off x="1157194" y="843602"/>
            <a:ext cx="2586349" cy="584775"/>
          </a:xfrm>
          <a:prstGeom prst="rect">
            <a:avLst/>
          </a:prstGeom>
        </p:spPr>
        <p:txBody>
          <a:bodyPr wrap="none">
            <a:spAutoFit/>
          </a:bodyPr>
          <a:lstStyle/>
          <a:p>
            <a:r>
              <a:rPr lang="uk-UA" sz="3200" b="1" dirty="0"/>
              <a:t>Мета роботи:</a:t>
            </a:r>
          </a:p>
        </p:txBody>
      </p:sp>
      <p:sp>
        <p:nvSpPr>
          <p:cNvPr id="3" name="Прямокутник 2">
            <a:extLst>
              <a:ext uri="{FF2B5EF4-FFF2-40B4-BE49-F238E27FC236}">
                <a16:creationId xmlns:a16="http://schemas.microsoft.com/office/drawing/2014/main" id="{76ADBE02-1FD7-48A1-A0DE-2E92ED8B7659}"/>
              </a:ext>
            </a:extLst>
          </p:cNvPr>
          <p:cNvSpPr/>
          <p:nvPr/>
        </p:nvSpPr>
        <p:spPr>
          <a:xfrm>
            <a:off x="1598139" y="1808888"/>
            <a:ext cx="9176953" cy="1477328"/>
          </a:xfrm>
          <a:prstGeom prst="rect">
            <a:avLst/>
          </a:prstGeom>
        </p:spPr>
        <p:txBody>
          <a:bodyPr wrap="square">
            <a:spAutoFit/>
          </a:bodyPr>
          <a:lstStyle/>
          <a:p>
            <a:r>
              <a:rPr lang="uk-UA" dirty="0">
                <a:latin typeface="Arial" panose="020B0604020202020204" pitchFamily="34" charset="0"/>
              </a:rPr>
              <a:t>Метою даної курсової роботи є розробка </a:t>
            </a:r>
            <a:r>
              <a:rPr lang="uk-UA" dirty="0" err="1">
                <a:latin typeface="Arial" panose="020B0604020202020204" pitchFamily="34" charset="0"/>
              </a:rPr>
              <a:t>backend</a:t>
            </a:r>
            <a:r>
              <a:rPr lang="uk-UA" dirty="0">
                <a:latin typeface="Arial" panose="020B0604020202020204" pitchFamily="34" charset="0"/>
              </a:rPr>
              <a:t>-частини програмної системи «</a:t>
            </a:r>
            <a:r>
              <a:rPr lang="uk-UA" dirty="0" err="1">
                <a:latin typeface="Arial" panose="020B0604020202020204" pitchFamily="34" charset="0"/>
              </a:rPr>
              <a:t>LanguageDuel</a:t>
            </a:r>
            <a:r>
              <a:rPr lang="uk-UA" dirty="0">
                <a:latin typeface="Arial" panose="020B0604020202020204" pitchFamily="34" charset="0"/>
              </a:rPr>
              <a:t>» для вивчення іноземних мов у форматі онлайн-дуелей, що включає проектування архітектури системи, реалізацію серверної логіки, розробка REST API, організацію бази даних та підтримка синхронної взаємодії користувачів у реальному часі.</a:t>
            </a:r>
          </a:p>
        </p:txBody>
      </p:sp>
      <p:sp>
        <p:nvSpPr>
          <p:cNvPr id="4" name="Прямокутник 3">
            <a:extLst>
              <a:ext uri="{FF2B5EF4-FFF2-40B4-BE49-F238E27FC236}">
                <a16:creationId xmlns:a16="http://schemas.microsoft.com/office/drawing/2014/main" id="{47F993B2-7AF2-4C17-857A-62FEB4F09FA2}"/>
              </a:ext>
            </a:extLst>
          </p:cNvPr>
          <p:cNvSpPr/>
          <p:nvPr/>
        </p:nvSpPr>
        <p:spPr>
          <a:xfrm>
            <a:off x="1598139" y="3780165"/>
            <a:ext cx="9176953" cy="1477328"/>
          </a:xfrm>
          <a:prstGeom prst="rect">
            <a:avLst/>
          </a:prstGeom>
        </p:spPr>
        <p:txBody>
          <a:bodyPr wrap="square">
            <a:spAutoFit/>
          </a:bodyPr>
          <a:lstStyle/>
          <a:p>
            <a:r>
              <a:rPr lang="uk-UA" dirty="0">
                <a:latin typeface="Arial" panose="020B0604020202020204" pitchFamily="34" charset="0"/>
              </a:rPr>
              <a:t>У сучасному світі знання іноземних мов, особливо англійської, є все більш затребуваним. Водночас, </a:t>
            </a:r>
            <a:r>
              <a:rPr lang="ru-RU" dirty="0">
                <a:latin typeface="Arial" panose="020B0604020202020204" pitchFamily="34" charset="0"/>
              </a:rPr>
              <a:t>за </a:t>
            </a:r>
            <a:r>
              <a:rPr lang="ru-RU" dirty="0" err="1">
                <a:latin typeface="Arial" panose="020B0604020202020204" pitchFamily="34" charset="0"/>
              </a:rPr>
              <a:t>останні</a:t>
            </a:r>
            <a:r>
              <a:rPr lang="ru-RU" dirty="0">
                <a:latin typeface="Arial" panose="020B0604020202020204" pitchFamily="34" charset="0"/>
              </a:rPr>
              <a:t> роки </a:t>
            </a:r>
            <a:r>
              <a:rPr lang="ru-RU" dirty="0" err="1">
                <a:latin typeface="Arial" panose="020B0604020202020204" pitchFamily="34" charset="0"/>
              </a:rPr>
              <a:t>спостерігається</a:t>
            </a:r>
            <a:r>
              <a:rPr lang="ru-RU" dirty="0">
                <a:latin typeface="Arial" panose="020B0604020202020204" pitchFamily="34" charset="0"/>
              </a:rPr>
              <a:t> </a:t>
            </a:r>
            <a:r>
              <a:rPr lang="ru-RU" dirty="0" err="1">
                <a:latin typeface="Arial" panose="020B0604020202020204" pitchFamily="34" charset="0"/>
              </a:rPr>
              <a:t>зростаючий</a:t>
            </a:r>
            <a:r>
              <a:rPr lang="ru-RU" dirty="0">
                <a:latin typeface="Arial" panose="020B0604020202020204" pitchFamily="34" charset="0"/>
              </a:rPr>
              <a:t> </a:t>
            </a:r>
            <a:r>
              <a:rPr lang="ru-RU" dirty="0" err="1">
                <a:latin typeface="Arial" panose="020B0604020202020204" pitchFamily="34" charset="0"/>
              </a:rPr>
              <a:t>інтерес</a:t>
            </a:r>
            <a:r>
              <a:rPr lang="ru-RU" dirty="0">
                <a:latin typeface="Arial" panose="020B0604020202020204" pitchFamily="34" charset="0"/>
              </a:rPr>
              <a:t> до </a:t>
            </a:r>
            <a:r>
              <a:rPr lang="ru-RU" dirty="0" err="1">
                <a:latin typeface="Arial" panose="020B0604020202020204" pitchFamily="34" charset="0"/>
              </a:rPr>
              <a:t>гейміфікації</a:t>
            </a:r>
            <a:r>
              <a:rPr lang="ru-RU" dirty="0">
                <a:latin typeface="Arial" panose="020B0604020202020204" pitchFamily="34" charset="0"/>
              </a:rPr>
              <a:t> </a:t>
            </a:r>
            <a:r>
              <a:rPr lang="ru-RU" dirty="0" err="1">
                <a:latin typeface="Arial" panose="020B0604020202020204" pitchFamily="34" charset="0"/>
              </a:rPr>
              <a:t>освітніх</a:t>
            </a:r>
            <a:r>
              <a:rPr lang="ru-RU" dirty="0">
                <a:latin typeface="Arial" panose="020B0604020202020204" pitchFamily="34" charset="0"/>
              </a:rPr>
              <a:t> </a:t>
            </a:r>
            <a:r>
              <a:rPr lang="ru-RU" dirty="0" err="1">
                <a:latin typeface="Arial" panose="020B0604020202020204" pitchFamily="34" charset="0"/>
              </a:rPr>
              <a:t>процесів</a:t>
            </a:r>
            <a:r>
              <a:rPr lang="ru-RU" dirty="0">
                <a:latin typeface="Arial" panose="020B0604020202020204" pitchFamily="34" charset="0"/>
              </a:rPr>
              <a:t>, а </a:t>
            </a:r>
            <a:r>
              <a:rPr lang="ru-RU" dirty="0" err="1">
                <a:latin typeface="Arial" panose="020B0604020202020204" pitchFamily="34" charset="0"/>
              </a:rPr>
              <a:t>використання</a:t>
            </a:r>
            <a:r>
              <a:rPr lang="ru-RU" dirty="0">
                <a:latin typeface="Arial" panose="020B0604020202020204" pitchFamily="34" charset="0"/>
              </a:rPr>
              <a:t> формату онлайн-</a:t>
            </a:r>
            <a:r>
              <a:rPr lang="ru-RU" dirty="0" err="1">
                <a:latin typeface="Arial" panose="020B0604020202020204" pitchFamily="34" charset="0"/>
              </a:rPr>
              <a:t>дуелей</a:t>
            </a:r>
            <a:r>
              <a:rPr lang="ru-RU" dirty="0">
                <a:latin typeface="Arial" panose="020B0604020202020204" pitchFamily="34" charset="0"/>
              </a:rPr>
              <a:t> у реальному </a:t>
            </a:r>
            <a:r>
              <a:rPr lang="ru-RU" dirty="0" err="1">
                <a:latin typeface="Arial" panose="020B0604020202020204" pitchFamily="34" charset="0"/>
              </a:rPr>
              <a:t>часі</a:t>
            </a:r>
            <a:r>
              <a:rPr lang="ru-RU" dirty="0">
                <a:latin typeface="Arial" panose="020B0604020202020204" pitchFamily="34" charset="0"/>
              </a:rPr>
              <a:t> </a:t>
            </a:r>
            <a:r>
              <a:rPr lang="ru-RU" dirty="0" err="1">
                <a:latin typeface="Arial" panose="020B0604020202020204" pitchFamily="34" charset="0"/>
              </a:rPr>
              <a:t>відповідає</a:t>
            </a:r>
            <a:r>
              <a:rPr lang="ru-RU" dirty="0">
                <a:latin typeface="Arial" panose="020B0604020202020204" pitchFamily="34" charset="0"/>
              </a:rPr>
              <a:t> </a:t>
            </a:r>
            <a:r>
              <a:rPr lang="ru-RU" dirty="0" err="1">
                <a:latin typeface="Arial" panose="020B0604020202020204" pitchFamily="34" charset="0"/>
              </a:rPr>
              <a:t>запитам</a:t>
            </a:r>
            <a:r>
              <a:rPr lang="ru-RU" dirty="0">
                <a:latin typeface="Arial" panose="020B0604020202020204" pitchFamily="34" charset="0"/>
              </a:rPr>
              <a:t> </a:t>
            </a:r>
            <a:r>
              <a:rPr lang="ru-RU" dirty="0" err="1">
                <a:latin typeface="Arial" panose="020B0604020202020204" pitchFamily="34" charset="0"/>
              </a:rPr>
              <a:t>сучасної</a:t>
            </a:r>
            <a:r>
              <a:rPr lang="ru-RU" dirty="0">
                <a:latin typeface="Arial" panose="020B0604020202020204" pitchFamily="34" charset="0"/>
              </a:rPr>
              <a:t> </a:t>
            </a:r>
            <a:r>
              <a:rPr lang="ru-RU" dirty="0" err="1">
                <a:latin typeface="Arial" panose="020B0604020202020204" pitchFamily="34" charset="0"/>
              </a:rPr>
              <a:t>аудиторії</a:t>
            </a:r>
            <a:r>
              <a:rPr lang="ru-RU" dirty="0">
                <a:latin typeface="Arial" panose="020B0604020202020204" pitchFamily="34" charset="0"/>
              </a:rPr>
              <a:t> на </a:t>
            </a:r>
            <a:r>
              <a:rPr lang="ru-RU" dirty="0" err="1">
                <a:latin typeface="Arial" panose="020B0604020202020204" pitchFamily="34" charset="0"/>
              </a:rPr>
              <a:t>інтерактивність</a:t>
            </a:r>
            <a:r>
              <a:rPr lang="ru-RU" dirty="0">
                <a:latin typeface="Arial" panose="020B0604020202020204" pitchFamily="34" charset="0"/>
              </a:rPr>
              <a:t> та </a:t>
            </a:r>
            <a:r>
              <a:rPr lang="ru-RU" dirty="0" err="1">
                <a:latin typeface="Arial" panose="020B0604020202020204" pitchFamily="34" charset="0"/>
              </a:rPr>
              <a:t>швидкий</a:t>
            </a:r>
            <a:r>
              <a:rPr lang="ru-RU" dirty="0">
                <a:latin typeface="Arial" panose="020B0604020202020204" pitchFamily="34" charset="0"/>
              </a:rPr>
              <a:t> </a:t>
            </a:r>
            <a:r>
              <a:rPr lang="ru-RU" dirty="0" err="1">
                <a:latin typeface="Arial" panose="020B0604020202020204" pitchFamily="34" charset="0"/>
              </a:rPr>
              <a:t>зворотний</a:t>
            </a:r>
            <a:r>
              <a:rPr lang="ru-RU" dirty="0">
                <a:latin typeface="Arial" panose="020B0604020202020204" pitchFamily="34" charset="0"/>
              </a:rPr>
              <a:t> </a:t>
            </a:r>
            <a:r>
              <a:rPr lang="ru-RU" dirty="0" err="1">
                <a:latin typeface="Arial" panose="020B0604020202020204" pitchFamily="34" charset="0"/>
              </a:rPr>
              <a:t>зв’язок</a:t>
            </a:r>
            <a:r>
              <a:rPr lang="ru-RU" dirty="0">
                <a:latin typeface="Arial" panose="020B0604020202020204" pitchFamily="34" charset="0"/>
              </a:rPr>
              <a:t>.</a:t>
            </a:r>
            <a:endParaRPr lang="uk-UA" dirty="0">
              <a:latin typeface="Arial" panose="020B0604020202020204" pitchFamily="34" charset="0"/>
            </a:endParaRPr>
          </a:p>
        </p:txBody>
      </p:sp>
      <p:sp>
        <p:nvSpPr>
          <p:cNvPr id="2" name="Місце для номера слайда 1">
            <a:extLst>
              <a:ext uri="{FF2B5EF4-FFF2-40B4-BE49-F238E27FC236}">
                <a16:creationId xmlns:a16="http://schemas.microsoft.com/office/drawing/2014/main" id="{FDB498EC-AF43-4992-B366-A762E25B5A3A}"/>
              </a:ext>
            </a:extLst>
          </p:cNvPr>
          <p:cNvSpPr>
            <a:spLocks noGrp="1"/>
          </p:cNvSpPr>
          <p:nvPr>
            <p:ph type="sldNum" sz="quarter" idx="12"/>
          </p:nvPr>
        </p:nvSpPr>
        <p:spPr/>
        <p:txBody>
          <a:bodyPr/>
          <a:lstStyle/>
          <a:p>
            <a:fld id="{4381394B-84A4-4EB2-8589-B7B2B99E12DD}" type="slidenum">
              <a:rPr lang="uk-UA" smtClean="0"/>
              <a:t>2</a:t>
            </a:fld>
            <a:endParaRPr lang="uk-UA"/>
          </a:p>
        </p:txBody>
      </p:sp>
    </p:spTree>
    <p:extLst>
      <p:ext uri="{BB962C8B-B14F-4D97-AF65-F5344CB8AC3E}">
        <p14:creationId xmlns:p14="http://schemas.microsoft.com/office/powerpoint/2010/main" val="339519451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Прямокутник 9">
            <a:extLst>
              <a:ext uri="{FF2B5EF4-FFF2-40B4-BE49-F238E27FC236}">
                <a16:creationId xmlns:a16="http://schemas.microsoft.com/office/drawing/2014/main" id="{A9D3E3A9-8B80-4DE4-A922-F46247F3A3A0}"/>
              </a:ext>
            </a:extLst>
          </p:cNvPr>
          <p:cNvSpPr/>
          <p:nvPr/>
        </p:nvSpPr>
        <p:spPr>
          <a:xfrm>
            <a:off x="1157194" y="843602"/>
            <a:ext cx="8505213" cy="584775"/>
          </a:xfrm>
          <a:prstGeom prst="rect">
            <a:avLst/>
          </a:prstGeom>
        </p:spPr>
        <p:txBody>
          <a:bodyPr wrap="none">
            <a:spAutoFit/>
          </a:bodyPr>
          <a:lstStyle/>
          <a:p>
            <a:r>
              <a:rPr lang="uk-UA" sz="3200" b="1" dirty="0"/>
              <a:t>Аналіз предметної галузі (ідея та функціонал):</a:t>
            </a:r>
          </a:p>
        </p:txBody>
      </p:sp>
      <p:graphicFrame>
        <p:nvGraphicFramePr>
          <p:cNvPr id="6" name="Таблиця 6">
            <a:extLst>
              <a:ext uri="{FF2B5EF4-FFF2-40B4-BE49-F238E27FC236}">
                <a16:creationId xmlns:a16="http://schemas.microsoft.com/office/drawing/2014/main" id="{10B8B2F8-821E-44B9-8B12-BEF025FA0DF7}"/>
              </a:ext>
            </a:extLst>
          </p:cNvPr>
          <p:cNvGraphicFramePr>
            <a:graphicFrameLocks noGrp="1"/>
          </p:cNvGraphicFramePr>
          <p:nvPr>
            <p:extLst>
              <p:ext uri="{D42A27DB-BD31-4B8C-83A1-F6EECF244321}">
                <p14:modId xmlns:p14="http://schemas.microsoft.com/office/powerpoint/2010/main" val="1902351638"/>
              </p:ext>
            </p:extLst>
          </p:nvPr>
        </p:nvGraphicFramePr>
        <p:xfrm>
          <a:off x="1913924" y="1562455"/>
          <a:ext cx="9143999" cy="1918620"/>
        </p:xfrm>
        <a:graphic>
          <a:graphicData uri="http://schemas.openxmlformats.org/drawingml/2006/table">
            <a:tbl>
              <a:tblPr firstRow="1" bandRow="1">
                <a:tableStyleId>{5C22544A-7EE6-4342-B048-85BDC9FD1C3A}</a:tableStyleId>
              </a:tblPr>
              <a:tblGrid>
                <a:gridCol w="1863251">
                  <a:extLst>
                    <a:ext uri="{9D8B030D-6E8A-4147-A177-3AD203B41FA5}">
                      <a16:colId xmlns:a16="http://schemas.microsoft.com/office/drawing/2014/main" val="3188702236"/>
                    </a:ext>
                  </a:extLst>
                </a:gridCol>
                <a:gridCol w="7280748">
                  <a:extLst>
                    <a:ext uri="{9D8B030D-6E8A-4147-A177-3AD203B41FA5}">
                      <a16:colId xmlns:a16="http://schemas.microsoft.com/office/drawing/2014/main" val="1385102413"/>
                    </a:ext>
                  </a:extLst>
                </a:gridCol>
              </a:tblGrid>
              <a:tr h="252726">
                <a:tc>
                  <a:txBody>
                    <a:bodyPr/>
                    <a:lstStyle/>
                    <a:p>
                      <a:r>
                        <a:rPr lang="uk-UA" sz="1400" dirty="0"/>
                        <a:t>Назва платформи</a:t>
                      </a:r>
                    </a:p>
                  </a:txBody>
                  <a:tcPr anchor="ctr"/>
                </a:tc>
                <a:tc>
                  <a:txBody>
                    <a:bodyPr/>
                    <a:lstStyle/>
                    <a:p>
                      <a:r>
                        <a:rPr lang="uk-UA" sz="1400" dirty="0"/>
                        <a:t>Ідея та функціонал</a:t>
                      </a:r>
                    </a:p>
                  </a:txBody>
                  <a:tcPr anchor="ctr"/>
                </a:tc>
                <a:extLst>
                  <a:ext uri="{0D108BD9-81ED-4DB2-BD59-A6C34878D82A}">
                    <a16:rowId xmlns:a16="http://schemas.microsoft.com/office/drawing/2014/main" val="2354316593"/>
                  </a:ext>
                </a:extLst>
              </a:tr>
              <a:tr h="7100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rial" panose="020B0604020202020204" pitchFamily="34" charset="0"/>
                        </a:rPr>
                        <a:t>Duolingo</a:t>
                      </a:r>
                      <a:endParaRPr lang="uk-UA" sz="1400" dirty="0">
                        <a:latin typeface="Arial" panose="020B0604020202020204" pitchFamily="34" charset="0"/>
                      </a:endParaRPr>
                    </a:p>
                    <a:p>
                      <a:endParaRPr lang="uk-UA" sz="1400" dirty="0"/>
                    </a:p>
                  </a:txBody>
                  <a:tcPr anchor="ctr"/>
                </a:tc>
                <a:tc>
                  <a:txBody>
                    <a:bodyPr/>
                    <a:lstStyle/>
                    <a:p>
                      <a:r>
                        <a:rPr lang="ru-RU" sz="1400" dirty="0" err="1"/>
                        <a:t>Інтерактивні</a:t>
                      </a:r>
                      <a:r>
                        <a:rPr lang="ru-RU" sz="1400" dirty="0"/>
                        <a:t> </a:t>
                      </a:r>
                      <a:r>
                        <a:rPr lang="ru-RU" sz="1400" dirty="0" err="1"/>
                        <a:t>вправи</a:t>
                      </a:r>
                      <a:r>
                        <a:rPr lang="ru-RU" sz="1400" dirty="0"/>
                        <a:t> на </a:t>
                      </a:r>
                      <a:r>
                        <a:rPr lang="ru-RU" sz="1400" dirty="0" err="1"/>
                        <a:t>читання</a:t>
                      </a:r>
                      <a:r>
                        <a:rPr lang="ru-RU" sz="1400" dirty="0"/>
                        <a:t>, </a:t>
                      </a:r>
                      <a:r>
                        <a:rPr lang="ru-RU" sz="1400" dirty="0" err="1"/>
                        <a:t>аудіювання</a:t>
                      </a:r>
                      <a:r>
                        <a:rPr lang="ru-RU" sz="1400" dirty="0"/>
                        <a:t> та письмо, </a:t>
                      </a:r>
                      <a:r>
                        <a:rPr lang="ru-RU" sz="1400" dirty="0" err="1"/>
                        <a:t>тематичні</a:t>
                      </a:r>
                      <a:r>
                        <a:rPr lang="ru-RU" sz="1400" dirty="0"/>
                        <a:t> </a:t>
                      </a:r>
                      <a:r>
                        <a:rPr lang="ru-RU" sz="1400" dirty="0" err="1"/>
                        <a:t>модулі</a:t>
                      </a:r>
                      <a:r>
                        <a:rPr lang="ru-RU" sz="1400" dirty="0"/>
                        <a:t>, </a:t>
                      </a:r>
                      <a:r>
                        <a:rPr lang="ru-RU" sz="1400" dirty="0" err="1"/>
                        <a:t>можливість</a:t>
                      </a:r>
                      <a:r>
                        <a:rPr lang="ru-RU" sz="1400" dirty="0"/>
                        <a:t> </a:t>
                      </a:r>
                      <a:r>
                        <a:rPr lang="ru-RU" sz="1400" dirty="0" err="1"/>
                        <a:t>стежити</a:t>
                      </a:r>
                      <a:r>
                        <a:rPr lang="ru-RU" sz="1400" dirty="0"/>
                        <a:t> за </a:t>
                      </a:r>
                      <a:r>
                        <a:rPr lang="ru-RU" sz="1400" dirty="0" err="1"/>
                        <a:t>прогресом</a:t>
                      </a:r>
                      <a:r>
                        <a:rPr lang="ru-RU" sz="1400" dirty="0"/>
                        <a:t> </a:t>
                      </a:r>
                      <a:r>
                        <a:rPr lang="ru-RU" sz="1400" dirty="0" err="1"/>
                        <a:t>друзів</a:t>
                      </a:r>
                      <a:endParaRPr lang="uk-UA" sz="1400" dirty="0"/>
                    </a:p>
                  </a:txBody>
                  <a:tcPr anchor="ctr"/>
                </a:tc>
                <a:extLst>
                  <a:ext uri="{0D108BD9-81ED-4DB2-BD59-A6C34878D82A}">
                    <a16:rowId xmlns:a16="http://schemas.microsoft.com/office/drawing/2014/main" val="3931456331"/>
                  </a:ext>
                </a:extLst>
              </a:tr>
              <a:tr h="9037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rial" panose="020B0604020202020204" pitchFamily="34" charset="0"/>
                        </a:rPr>
                        <a:t>Kahoot!</a:t>
                      </a:r>
                      <a:endParaRPr lang="uk-UA" sz="1400" dirty="0">
                        <a:latin typeface="Arial" panose="020B0604020202020204" pitchFamily="34" charset="0"/>
                      </a:endParaRPr>
                    </a:p>
                    <a:p>
                      <a:endParaRPr lang="uk-UA" sz="1400" dirty="0"/>
                    </a:p>
                  </a:txBody>
                  <a:tcPr anchor="ctr"/>
                </a:tc>
                <a:tc>
                  <a:txBody>
                    <a:bodyPr/>
                    <a:lstStyle/>
                    <a:p>
                      <a:r>
                        <a:rPr lang="ru-RU" sz="1400" dirty="0" err="1"/>
                        <a:t>Створення</a:t>
                      </a:r>
                      <a:r>
                        <a:rPr lang="ru-RU" sz="1400" dirty="0"/>
                        <a:t> </a:t>
                      </a:r>
                      <a:r>
                        <a:rPr lang="ru-RU" sz="1400" dirty="0" err="1"/>
                        <a:t>вікторин</a:t>
                      </a:r>
                      <a:r>
                        <a:rPr lang="ru-RU" sz="1400" dirty="0"/>
                        <a:t>, де </a:t>
                      </a:r>
                      <a:r>
                        <a:rPr lang="ru-RU" sz="1400" dirty="0" err="1"/>
                        <a:t>учасники</a:t>
                      </a:r>
                      <a:r>
                        <a:rPr lang="ru-RU" sz="1400" dirty="0"/>
                        <a:t> </a:t>
                      </a:r>
                      <a:r>
                        <a:rPr lang="ru-RU" sz="1400" dirty="0" err="1"/>
                        <a:t>змагаються</a:t>
                      </a:r>
                      <a:r>
                        <a:rPr lang="ru-RU" sz="1400" dirty="0"/>
                        <a:t> в реальному </a:t>
                      </a:r>
                      <a:r>
                        <a:rPr lang="ru-RU" sz="1400" dirty="0" err="1"/>
                        <a:t>часі</a:t>
                      </a:r>
                      <a:r>
                        <a:rPr lang="ru-RU" sz="1400" dirty="0"/>
                        <a:t>. </a:t>
                      </a:r>
                      <a:r>
                        <a:rPr lang="ru-RU" sz="1400" dirty="0" err="1"/>
                        <a:t>Можна</a:t>
                      </a:r>
                      <a:r>
                        <a:rPr lang="ru-RU" sz="1400" dirty="0"/>
                        <a:t> </a:t>
                      </a:r>
                      <a:r>
                        <a:rPr lang="ru-RU" sz="1400" dirty="0" err="1"/>
                        <a:t>створити</a:t>
                      </a:r>
                      <a:r>
                        <a:rPr lang="ru-RU" sz="1400" dirty="0"/>
                        <a:t> </a:t>
                      </a:r>
                      <a:r>
                        <a:rPr lang="ru-RU" sz="1400" dirty="0" err="1"/>
                        <a:t>свій</a:t>
                      </a:r>
                      <a:r>
                        <a:rPr lang="ru-RU" sz="1400" dirty="0"/>
                        <a:t> тест </a:t>
                      </a:r>
                      <a:r>
                        <a:rPr lang="ru-RU" sz="1400" dirty="0" err="1"/>
                        <a:t>або</a:t>
                      </a:r>
                      <a:r>
                        <a:rPr lang="ru-RU" sz="1400" dirty="0"/>
                        <a:t> обрати </a:t>
                      </a:r>
                      <a:r>
                        <a:rPr lang="ru-RU" sz="1400" dirty="0" err="1"/>
                        <a:t>існуючий</a:t>
                      </a:r>
                      <a:r>
                        <a:rPr lang="ru-RU" sz="1400" dirty="0"/>
                        <a:t>, </a:t>
                      </a:r>
                      <a:r>
                        <a:rPr lang="ru-RU" sz="1400" dirty="0" err="1"/>
                        <a:t>потім</a:t>
                      </a:r>
                      <a:r>
                        <a:rPr lang="ru-RU" sz="1400" dirty="0"/>
                        <a:t> </a:t>
                      </a:r>
                      <a:r>
                        <a:rPr lang="ru-RU" sz="1400" dirty="0" err="1"/>
                        <a:t>інші</a:t>
                      </a:r>
                      <a:r>
                        <a:rPr lang="ru-RU" sz="1400" dirty="0"/>
                        <a:t> </a:t>
                      </a:r>
                      <a:r>
                        <a:rPr lang="ru-RU" sz="1400" dirty="0" err="1"/>
                        <a:t>користувачі</a:t>
                      </a:r>
                      <a:r>
                        <a:rPr lang="ru-RU" sz="1400" dirty="0"/>
                        <a:t> за </a:t>
                      </a:r>
                      <a:r>
                        <a:rPr lang="ru-RU" sz="1400" dirty="0" err="1"/>
                        <a:t>твоїм</a:t>
                      </a:r>
                      <a:r>
                        <a:rPr lang="ru-RU" sz="1400" dirty="0"/>
                        <a:t> кодом </a:t>
                      </a:r>
                      <a:r>
                        <a:rPr lang="ru-RU" sz="1400" dirty="0" err="1"/>
                        <a:t>підключаються</a:t>
                      </a:r>
                      <a:r>
                        <a:rPr lang="ru-RU" sz="1400" dirty="0"/>
                        <a:t> до </a:t>
                      </a:r>
                      <a:r>
                        <a:rPr lang="ru-RU" sz="1400" dirty="0" err="1"/>
                        <a:t>твоєї</a:t>
                      </a:r>
                      <a:r>
                        <a:rPr lang="ru-RU" sz="1400" dirty="0"/>
                        <a:t> </a:t>
                      </a:r>
                      <a:r>
                        <a:rPr lang="ru-RU" sz="1400" dirty="0" err="1"/>
                        <a:t>кімнати</a:t>
                      </a:r>
                      <a:r>
                        <a:rPr lang="en-US" sz="1400" dirty="0"/>
                        <a:t>.</a:t>
                      </a:r>
                      <a:endParaRPr lang="ru-RU" sz="1400" dirty="0"/>
                    </a:p>
                    <a:p>
                      <a:endParaRPr lang="uk-UA" sz="1400" dirty="0"/>
                    </a:p>
                  </a:txBody>
                  <a:tcPr anchor="ctr"/>
                </a:tc>
                <a:extLst>
                  <a:ext uri="{0D108BD9-81ED-4DB2-BD59-A6C34878D82A}">
                    <a16:rowId xmlns:a16="http://schemas.microsoft.com/office/drawing/2014/main" val="129753603"/>
                  </a:ext>
                </a:extLst>
              </a:tr>
            </a:tbl>
          </a:graphicData>
        </a:graphic>
      </p:graphicFrame>
      <p:pic>
        <p:nvPicPr>
          <p:cNvPr id="8" name="Рисунок 7">
            <a:extLst>
              <a:ext uri="{FF2B5EF4-FFF2-40B4-BE49-F238E27FC236}">
                <a16:creationId xmlns:a16="http://schemas.microsoft.com/office/drawing/2014/main" id="{BE511E71-7E2D-4038-881F-654C375360AB}"/>
              </a:ext>
            </a:extLst>
          </p:cNvPr>
          <p:cNvPicPr>
            <a:picLocks noChangeAspect="1"/>
          </p:cNvPicPr>
          <p:nvPr/>
        </p:nvPicPr>
        <p:blipFill>
          <a:blip r:embed="rId3"/>
          <a:stretch>
            <a:fillRect/>
          </a:stretch>
        </p:blipFill>
        <p:spPr>
          <a:xfrm flipH="1">
            <a:off x="1066487" y="1771497"/>
            <a:ext cx="750268" cy="750268"/>
          </a:xfrm>
          <a:prstGeom prst="rect">
            <a:avLst/>
          </a:prstGeom>
        </p:spPr>
      </p:pic>
      <p:pic>
        <p:nvPicPr>
          <p:cNvPr id="1026" name="Picture 2" descr="Kahoot! app | Free Kahoot! learning app for iOS and Android">
            <a:extLst>
              <a:ext uri="{FF2B5EF4-FFF2-40B4-BE49-F238E27FC236}">
                <a16:creationId xmlns:a16="http://schemas.microsoft.com/office/drawing/2014/main" id="{4ED48471-9173-40E9-95AC-79F5451481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487" y="2615818"/>
            <a:ext cx="750268" cy="750268"/>
          </a:xfrm>
          <a:prstGeom prst="rect">
            <a:avLst/>
          </a:prstGeom>
          <a:noFill/>
          <a:extLst>
            <a:ext uri="{909E8E84-426E-40DD-AFC4-6F175D3DCCD1}">
              <a14:hiddenFill xmlns:a14="http://schemas.microsoft.com/office/drawing/2010/main">
                <a:solidFill>
                  <a:srgbClr val="FFFFFF"/>
                </a:solidFill>
              </a14:hiddenFill>
            </a:ext>
          </a:extLst>
        </p:spPr>
      </p:pic>
      <p:sp>
        <p:nvSpPr>
          <p:cNvPr id="9" name="Прямокутник 8">
            <a:extLst>
              <a:ext uri="{FF2B5EF4-FFF2-40B4-BE49-F238E27FC236}">
                <a16:creationId xmlns:a16="http://schemas.microsoft.com/office/drawing/2014/main" id="{1A63946B-2C14-4D80-9985-5D270807E4C8}"/>
              </a:ext>
            </a:extLst>
          </p:cNvPr>
          <p:cNvSpPr/>
          <p:nvPr/>
        </p:nvSpPr>
        <p:spPr>
          <a:xfrm>
            <a:off x="1816755" y="3747871"/>
            <a:ext cx="9144000" cy="2031325"/>
          </a:xfrm>
          <a:prstGeom prst="rect">
            <a:avLst/>
          </a:prstGeom>
        </p:spPr>
        <p:txBody>
          <a:bodyPr wrap="square">
            <a:spAutoFit/>
          </a:bodyPr>
          <a:lstStyle/>
          <a:p>
            <a:r>
              <a:rPr lang="uk-UA" dirty="0"/>
              <a:t>Аналіз ідей найпопулярніших рішень у вигляді програм для опанування мов показав, що не існує прямого аналогу. </a:t>
            </a:r>
          </a:p>
          <a:p>
            <a:r>
              <a:rPr lang="uk-UA" dirty="0"/>
              <a:t>Ідея більше схожа на платформу </a:t>
            </a:r>
            <a:r>
              <a:rPr lang="en-US" dirty="0"/>
              <a:t>Kahoot!,</a:t>
            </a:r>
            <a:r>
              <a:rPr lang="uk-UA" dirty="0"/>
              <a:t> бо процес вікторини дуже схожий, але </a:t>
            </a:r>
            <a:r>
              <a:rPr lang="en-US" dirty="0"/>
              <a:t>Kahoot!</a:t>
            </a:r>
            <a:r>
              <a:rPr lang="uk-UA" dirty="0"/>
              <a:t> не має </a:t>
            </a:r>
            <a:r>
              <a:rPr lang="uk-UA" dirty="0" err="1"/>
              <a:t>мультиплеєру</a:t>
            </a:r>
            <a:r>
              <a:rPr lang="uk-UA" dirty="0"/>
              <a:t> і відповідно рейтингу, що обмежує використання </a:t>
            </a:r>
            <a:r>
              <a:rPr lang="ru-RU" dirty="0"/>
              <a:t>у межах </a:t>
            </a:r>
            <a:r>
              <a:rPr lang="ru-RU" dirty="0" err="1"/>
              <a:t>академічного</a:t>
            </a:r>
            <a:r>
              <a:rPr lang="ru-RU" dirty="0"/>
              <a:t> </a:t>
            </a:r>
            <a:r>
              <a:rPr lang="ru-RU" dirty="0" err="1"/>
              <a:t>середовища</a:t>
            </a:r>
            <a:r>
              <a:rPr lang="ru-RU" dirty="0"/>
              <a:t> (</a:t>
            </a:r>
            <a:r>
              <a:rPr lang="ru-RU" dirty="0" err="1"/>
              <a:t>школи</a:t>
            </a:r>
            <a:r>
              <a:rPr lang="ru-RU" dirty="0"/>
              <a:t>, </a:t>
            </a:r>
            <a:r>
              <a:rPr lang="ru-RU" dirty="0" err="1"/>
              <a:t>університети</a:t>
            </a:r>
            <a:r>
              <a:rPr lang="ru-RU" dirty="0"/>
              <a:t>), де </a:t>
            </a:r>
            <a:r>
              <a:rPr lang="ru-RU" dirty="0" err="1"/>
              <a:t>викладач</a:t>
            </a:r>
            <a:r>
              <a:rPr lang="ru-RU" dirty="0"/>
              <a:t> </a:t>
            </a:r>
            <a:r>
              <a:rPr lang="ru-RU" dirty="0" err="1"/>
              <a:t>виступає</a:t>
            </a:r>
            <a:r>
              <a:rPr lang="ru-RU" dirty="0"/>
              <a:t> </a:t>
            </a:r>
            <a:r>
              <a:rPr lang="ru-RU" dirty="0" err="1"/>
              <a:t>організатором</a:t>
            </a:r>
            <a:r>
              <a:rPr lang="ru-RU" dirty="0"/>
              <a:t> </a:t>
            </a:r>
            <a:r>
              <a:rPr lang="ru-RU" dirty="0" err="1"/>
              <a:t>ігрової</a:t>
            </a:r>
            <a:r>
              <a:rPr lang="ru-RU" dirty="0"/>
              <a:t> </a:t>
            </a:r>
            <a:r>
              <a:rPr lang="ru-RU" dirty="0" err="1"/>
              <a:t>сесії</a:t>
            </a:r>
            <a:r>
              <a:rPr lang="ru-RU" dirty="0"/>
              <a:t>. </a:t>
            </a:r>
          </a:p>
          <a:p>
            <a:r>
              <a:rPr lang="ru-RU" dirty="0" err="1"/>
              <a:t>Якщо</a:t>
            </a:r>
            <a:r>
              <a:rPr lang="ru-RU" dirty="0"/>
              <a:t> </a:t>
            </a:r>
            <a:r>
              <a:rPr lang="ru-RU" dirty="0" err="1"/>
              <a:t>порівнювати</a:t>
            </a:r>
            <a:r>
              <a:rPr lang="ru-RU" dirty="0"/>
              <a:t> з </a:t>
            </a:r>
            <a:r>
              <a:rPr lang="en-US" dirty="0"/>
              <a:t>Duolingo,</a:t>
            </a:r>
            <a:r>
              <a:rPr lang="uk-UA" dirty="0"/>
              <a:t> то там відсутнє суперництва в реальному часі та динамічна взаємодія між гравцями, оскільки процес навчання є індивідуальним та асинхронним.</a:t>
            </a:r>
          </a:p>
        </p:txBody>
      </p:sp>
      <p:sp>
        <p:nvSpPr>
          <p:cNvPr id="2" name="Місце для номера слайда 1">
            <a:extLst>
              <a:ext uri="{FF2B5EF4-FFF2-40B4-BE49-F238E27FC236}">
                <a16:creationId xmlns:a16="http://schemas.microsoft.com/office/drawing/2014/main" id="{C731EDC0-7D0F-4E83-83F5-713C184A2F52}"/>
              </a:ext>
            </a:extLst>
          </p:cNvPr>
          <p:cNvSpPr>
            <a:spLocks noGrp="1"/>
          </p:cNvSpPr>
          <p:nvPr>
            <p:ph type="sldNum" sz="quarter" idx="12"/>
          </p:nvPr>
        </p:nvSpPr>
        <p:spPr/>
        <p:txBody>
          <a:bodyPr/>
          <a:lstStyle/>
          <a:p>
            <a:fld id="{4381394B-84A4-4EB2-8589-B7B2B99E12DD}" type="slidenum">
              <a:rPr lang="uk-UA" smtClean="0"/>
              <a:t>3</a:t>
            </a:fld>
            <a:endParaRPr lang="uk-UA"/>
          </a:p>
        </p:txBody>
      </p:sp>
    </p:spTree>
    <p:extLst>
      <p:ext uri="{BB962C8B-B14F-4D97-AF65-F5344CB8AC3E}">
        <p14:creationId xmlns:p14="http://schemas.microsoft.com/office/powerpoint/2010/main" val="3095827886"/>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Прямокутник 9">
            <a:extLst>
              <a:ext uri="{FF2B5EF4-FFF2-40B4-BE49-F238E27FC236}">
                <a16:creationId xmlns:a16="http://schemas.microsoft.com/office/drawing/2014/main" id="{A9D3E3A9-8B80-4DE4-A922-F46247F3A3A0}"/>
              </a:ext>
            </a:extLst>
          </p:cNvPr>
          <p:cNvSpPr/>
          <p:nvPr/>
        </p:nvSpPr>
        <p:spPr>
          <a:xfrm>
            <a:off x="1157194" y="843602"/>
            <a:ext cx="7168886" cy="584775"/>
          </a:xfrm>
          <a:prstGeom prst="rect">
            <a:avLst/>
          </a:prstGeom>
        </p:spPr>
        <p:txBody>
          <a:bodyPr wrap="none">
            <a:spAutoFit/>
          </a:bodyPr>
          <a:lstStyle/>
          <a:p>
            <a:r>
              <a:rPr lang="uk-UA" sz="3200" b="1" dirty="0"/>
              <a:t>Аналіз предметної галузі (</a:t>
            </a:r>
            <a:r>
              <a:rPr lang="uk-UA" sz="3200" b="1" dirty="0" err="1"/>
              <a:t>архітекутра</a:t>
            </a:r>
            <a:r>
              <a:rPr lang="uk-UA" sz="3200" b="1" dirty="0"/>
              <a:t>):</a:t>
            </a:r>
          </a:p>
        </p:txBody>
      </p:sp>
      <p:graphicFrame>
        <p:nvGraphicFramePr>
          <p:cNvPr id="6" name="Таблиця 6">
            <a:extLst>
              <a:ext uri="{FF2B5EF4-FFF2-40B4-BE49-F238E27FC236}">
                <a16:creationId xmlns:a16="http://schemas.microsoft.com/office/drawing/2014/main" id="{10B8B2F8-821E-44B9-8B12-BEF025FA0DF7}"/>
              </a:ext>
            </a:extLst>
          </p:cNvPr>
          <p:cNvGraphicFramePr>
            <a:graphicFrameLocks noGrp="1"/>
          </p:cNvGraphicFramePr>
          <p:nvPr>
            <p:extLst>
              <p:ext uri="{D42A27DB-BD31-4B8C-83A1-F6EECF244321}">
                <p14:modId xmlns:p14="http://schemas.microsoft.com/office/powerpoint/2010/main" val="1608587994"/>
              </p:ext>
            </p:extLst>
          </p:nvPr>
        </p:nvGraphicFramePr>
        <p:xfrm>
          <a:off x="1913924" y="1602507"/>
          <a:ext cx="8819979" cy="1962465"/>
        </p:xfrm>
        <a:graphic>
          <a:graphicData uri="http://schemas.openxmlformats.org/drawingml/2006/table">
            <a:tbl>
              <a:tblPr firstRow="1" bandRow="1">
                <a:tableStyleId>{5C22544A-7EE6-4342-B048-85BDC9FD1C3A}</a:tableStyleId>
              </a:tblPr>
              <a:tblGrid>
                <a:gridCol w="2696115">
                  <a:extLst>
                    <a:ext uri="{9D8B030D-6E8A-4147-A177-3AD203B41FA5}">
                      <a16:colId xmlns:a16="http://schemas.microsoft.com/office/drawing/2014/main" val="3188702236"/>
                    </a:ext>
                  </a:extLst>
                </a:gridCol>
                <a:gridCol w="6123864">
                  <a:extLst>
                    <a:ext uri="{9D8B030D-6E8A-4147-A177-3AD203B41FA5}">
                      <a16:colId xmlns:a16="http://schemas.microsoft.com/office/drawing/2014/main" val="3077550327"/>
                    </a:ext>
                  </a:extLst>
                </a:gridCol>
              </a:tblGrid>
              <a:tr h="168828">
                <a:tc>
                  <a:txBody>
                    <a:bodyPr/>
                    <a:lstStyle/>
                    <a:p>
                      <a:r>
                        <a:rPr lang="uk-UA" sz="1400" dirty="0"/>
                        <a:t>Назва платформи</a:t>
                      </a:r>
                    </a:p>
                  </a:txBody>
                  <a:tcPr anchor="ctr"/>
                </a:tc>
                <a:tc>
                  <a:txBody>
                    <a:bodyPr/>
                    <a:lstStyle/>
                    <a:p>
                      <a:r>
                        <a:rPr lang="uk-UA" sz="1400" dirty="0"/>
                        <a:t>Архітектура</a:t>
                      </a:r>
                    </a:p>
                  </a:txBody>
                  <a:tcPr anchor="ctr"/>
                </a:tc>
                <a:extLst>
                  <a:ext uri="{0D108BD9-81ED-4DB2-BD59-A6C34878D82A}">
                    <a16:rowId xmlns:a16="http://schemas.microsoft.com/office/drawing/2014/main" val="2354316593"/>
                  </a:ext>
                </a:extLst>
              </a:tr>
              <a:tr h="7293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rial" panose="020B0604020202020204" pitchFamily="34" charset="0"/>
                        </a:rPr>
                        <a:t>Duolingo</a:t>
                      </a:r>
                      <a:endParaRPr lang="uk-UA" sz="1400" dirty="0">
                        <a:latin typeface="Arial" panose="020B0604020202020204" pitchFamily="34" charset="0"/>
                      </a:endParaRPr>
                    </a:p>
                    <a:p>
                      <a:endParaRPr lang="uk-UA" sz="1400" dirty="0"/>
                    </a:p>
                  </a:txBody>
                  <a:tcPr anchor="ctr"/>
                </a:tc>
                <a:tc>
                  <a:txBody>
                    <a:bodyPr/>
                    <a:lstStyle/>
                    <a:p>
                      <a:r>
                        <a:rPr lang="uk-UA" sz="1400" dirty="0" err="1"/>
                        <a:t>Мікросервіси</a:t>
                      </a:r>
                      <a:r>
                        <a:rPr lang="uk-UA" sz="1400" dirty="0"/>
                        <a:t>, написані переважно на </a:t>
                      </a:r>
                      <a:r>
                        <a:rPr lang="en-US" sz="1400" dirty="0"/>
                        <a:t>Python </a:t>
                      </a:r>
                      <a:r>
                        <a:rPr lang="uk-UA" sz="1400" dirty="0"/>
                        <a:t>та </a:t>
                      </a:r>
                      <a:r>
                        <a:rPr lang="en-US" sz="1400" dirty="0"/>
                        <a:t>Scala, </a:t>
                      </a:r>
                      <a:r>
                        <a:rPr lang="uk-UA" sz="1400" dirty="0"/>
                        <a:t>які взаємодіють через </a:t>
                      </a:r>
                      <a:r>
                        <a:rPr lang="en-US" sz="1400" dirty="0"/>
                        <a:t>Amazon Web Services (AWS) </a:t>
                      </a:r>
                      <a:r>
                        <a:rPr lang="uk-UA" sz="1400" dirty="0"/>
                        <a:t>для забезпечення високої доступності</a:t>
                      </a:r>
                    </a:p>
                  </a:txBody>
                  <a:tcPr anchor="ctr"/>
                </a:tc>
                <a:extLst>
                  <a:ext uri="{0D108BD9-81ED-4DB2-BD59-A6C34878D82A}">
                    <a16:rowId xmlns:a16="http://schemas.microsoft.com/office/drawing/2014/main" val="3931456331"/>
                  </a:ext>
                </a:extLst>
              </a:tr>
              <a:tr h="9282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rial" panose="020B0604020202020204" pitchFamily="34" charset="0"/>
                        </a:rPr>
                        <a:t>Kahoot!</a:t>
                      </a:r>
                      <a:endParaRPr lang="uk-UA" sz="1400" dirty="0">
                        <a:latin typeface="Arial" panose="020B0604020202020204" pitchFamily="34" charset="0"/>
                      </a:endParaRPr>
                    </a:p>
                    <a:p>
                      <a:endParaRPr lang="uk-UA" sz="1400" dirty="0"/>
                    </a:p>
                  </a:txBody>
                  <a:tcPr anchor="ctr"/>
                </a:tc>
                <a:tc>
                  <a:txBody>
                    <a:bodyPr/>
                    <a:lstStyle/>
                    <a:p>
                      <a:r>
                        <a:rPr lang="uk-UA" sz="1400" dirty="0" err="1"/>
                        <a:t>Подієво</a:t>
                      </a:r>
                      <a:r>
                        <a:rPr lang="uk-UA" sz="1400" dirty="0"/>
                        <a:t>-орієнтована архітектура (</a:t>
                      </a:r>
                      <a:r>
                        <a:rPr lang="en-US" sz="1400" dirty="0"/>
                        <a:t>Event-Driven Architecture) </a:t>
                      </a:r>
                      <a:r>
                        <a:rPr lang="uk-UA" sz="1400" dirty="0"/>
                        <a:t>на базі протоколів </a:t>
                      </a:r>
                      <a:r>
                        <a:rPr lang="en-US" sz="1400" dirty="0"/>
                        <a:t>WebSocket </a:t>
                      </a:r>
                      <a:r>
                        <a:rPr lang="uk-UA" sz="1400" dirty="0"/>
                        <a:t>та </a:t>
                      </a:r>
                      <a:r>
                        <a:rPr lang="en-US" sz="1400" dirty="0"/>
                        <a:t>Elixir/Phoenix, </a:t>
                      </a:r>
                      <a:r>
                        <a:rPr lang="uk-UA" sz="1400" dirty="0"/>
                        <a:t>щоб забезпечити миттєву синхронізацію гри між ведучим та учасниками</a:t>
                      </a:r>
                    </a:p>
                  </a:txBody>
                  <a:tcPr anchor="ctr"/>
                </a:tc>
                <a:extLst>
                  <a:ext uri="{0D108BD9-81ED-4DB2-BD59-A6C34878D82A}">
                    <a16:rowId xmlns:a16="http://schemas.microsoft.com/office/drawing/2014/main" val="129753603"/>
                  </a:ext>
                </a:extLst>
              </a:tr>
            </a:tbl>
          </a:graphicData>
        </a:graphic>
      </p:graphicFrame>
      <p:pic>
        <p:nvPicPr>
          <p:cNvPr id="8" name="Рисунок 7">
            <a:extLst>
              <a:ext uri="{FF2B5EF4-FFF2-40B4-BE49-F238E27FC236}">
                <a16:creationId xmlns:a16="http://schemas.microsoft.com/office/drawing/2014/main" id="{BE511E71-7E2D-4038-881F-654C375360AB}"/>
              </a:ext>
            </a:extLst>
          </p:cNvPr>
          <p:cNvPicPr>
            <a:picLocks noChangeAspect="1"/>
          </p:cNvPicPr>
          <p:nvPr/>
        </p:nvPicPr>
        <p:blipFill>
          <a:blip r:embed="rId3"/>
          <a:stretch>
            <a:fillRect/>
          </a:stretch>
        </p:blipFill>
        <p:spPr>
          <a:xfrm flipH="1">
            <a:off x="1082963" y="1822221"/>
            <a:ext cx="750268" cy="750268"/>
          </a:xfrm>
          <a:prstGeom prst="rect">
            <a:avLst/>
          </a:prstGeom>
        </p:spPr>
      </p:pic>
      <p:pic>
        <p:nvPicPr>
          <p:cNvPr id="1026" name="Picture 2" descr="Kahoot! app | Free Kahoot! learning app for iOS and Android">
            <a:extLst>
              <a:ext uri="{FF2B5EF4-FFF2-40B4-BE49-F238E27FC236}">
                <a16:creationId xmlns:a16="http://schemas.microsoft.com/office/drawing/2014/main" id="{4ED48471-9173-40E9-95AC-79F5451481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2962" y="2678732"/>
            <a:ext cx="750268" cy="750268"/>
          </a:xfrm>
          <a:prstGeom prst="rect">
            <a:avLst/>
          </a:prstGeom>
          <a:noFill/>
          <a:extLst>
            <a:ext uri="{909E8E84-426E-40DD-AFC4-6F175D3DCCD1}">
              <a14:hiddenFill xmlns:a14="http://schemas.microsoft.com/office/drawing/2010/main">
                <a:solidFill>
                  <a:srgbClr val="FFFFFF"/>
                </a:solidFill>
              </a14:hiddenFill>
            </a:ext>
          </a:extLst>
        </p:spPr>
      </p:pic>
      <p:sp>
        <p:nvSpPr>
          <p:cNvPr id="9" name="Прямокутник 8">
            <a:extLst>
              <a:ext uri="{FF2B5EF4-FFF2-40B4-BE49-F238E27FC236}">
                <a16:creationId xmlns:a16="http://schemas.microsoft.com/office/drawing/2014/main" id="{1A63946B-2C14-4D80-9985-5D270807E4C8}"/>
              </a:ext>
            </a:extLst>
          </p:cNvPr>
          <p:cNvSpPr/>
          <p:nvPr/>
        </p:nvSpPr>
        <p:spPr>
          <a:xfrm>
            <a:off x="1913924" y="3640248"/>
            <a:ext cx="9144000" cy="2585323"/>
          </a:xfrm>
          <a:prstGeom prst="rect">
            <a:avLst/>
          </a:prstGeom>
        </p:spPr>
        <p:txBody>
          <a:bodyPr wrap="square">
            <a:spAutoFit/>
          </a:bodyPr>
          <a:lstStyle/>
          <a:p>
            <a:r>
              <a:rPr lang="uk-UA" dirty="0"/>
              <a:t>Незважаючи на архітектурні підходи популярних сервісів, для нашого </a:t>
            </a:r>
            <a:r>
              <a:rPr lang="uk-UA" dirty="0" err="1"/>
              <a:t>проєкту</a:t>
            </a:r>
            <a:r>
              <a:rPr lang="uk-UA" dirty="0"/>
              <a:t> було обрано монолітну архітектуру, оскільки вона мінімізує затримки між шарами та значно спрощує процес розгортання. Таке рішення дозволяє уникнути передчасної складності розподілених систем на етапі перевірки основної ідеї продукту, коли ще немає потреби в обробці тисяч запитів одночасно. </a:t>
            </a:r>
          </a:p>
          <a:p>
            <a:r>
              <a:rPr lang="uk-UA" dirty="0"/>
              <a:t>Водночас у </a:t>
            </a:r>
            <a:r>
              <a:rPr lang="uk-UA" dirty="0" err="1"/>
              <a:t>проєкті</a:t>
            </a:r>
            <a:r>
              <a:rPr lang="uk-UA" dirty="0"/>
              <a:t> реалізована чиста архітектура (</a:t>
            </a:r>
            <a:r>
              <a:rPr lang="en-US" dirty="0"/>
              <a:t>Clean Architecture), </a:t>
            </a:r>
            <a:r>
              <a:rPr lang="uk-UA" dirty="0"/>
              <a:t>яка забезпечує чіткий поділ логіки та незалежність компонентів. Це створює надійний фундамент для майбутнього масштабування та дозволить безболісно перейти до </a:t>
            </a:r>
            <a:r>
              <a:rPr lang="uk-UA" dirty="0" err="1"/>
              <a:t>мікросервісів</a:t>
            </a:r>
            <a:r>
              <a:rPr lang="uk-UA" dirty="0"/>
              <a:t>, якщо виникне потреба у розподілі навантаження.</a:t>
            </a:r>
          </a:p>
        </p:txBody>
      </p:sp>
      <p:sp>
        <p:nvSpPr>
          <p:cNvPr id="2" name="Місце для номера слайда 1">
            <a:extLst>
              <a:ext uri="{FF2B5EF4-FFF2-40B4-BE49-F238E27FC236}">
                <a16:creationId xmlns:a16="http://schemas.microsoft.com/office/drawing/2014/main" id="{EE2C75D1-C87D-40BB-AEAC-6DB79A970A38}"/>
              </a:ext>
            </a:extLst>
          </p:cNvPr>
          <p:cNvSpPr>
            <a:spLocks noGrp="1"/>
          </p:cNvSpPr>
          <p:nvPr>
            <p:ph type="sldNum" sz="quarter" idx="12"/>
          </p:nvPr>
        </p:nvSpPr>
        <p:spPr/>
        <p:txBody>
          <a:bodyPr/>
          <a:lstStyle/>
          <a:p>
            <a:fld id="{4381394B-84A4-4EB2-8589-B7B2B99E12DD}" type="slidenum">
              <a:rPr lang="uk-UA" smtClean="0"/>
              <a:t>4</a:t>
            </a:fld>
            <a:endParaRPr lang="uk-UA"/>
          </a:p>
        </p:txBody>
      </p:sp>
    </p:spTree>
    <p:extLst>
      <p:ext uri="{BB962C8B-B14F-4D97-AF65-F5344CB8AC3E}">
        <p14:creationId xmlns:p14="http://schemas.microsoft.com/office/powerpoint/2010/main" val="3253505999"/>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Прямокутник 9">
            <a:extLst>
              <a:ext uri="{FF2B5EF4-FFF2-40B4-BE49-F238E27FC236}">
                <a16:creationId xmlns:a16="http://schemas.microsoft.com/office/drawing/2014/main" id="{A9D3E3A9-8B80-4DE4-A922-F46247F3A3A0}"/>
              </a:ext>
            </a:extLst>
          </p:cNvPr>
          <p:cNvSpPr/>
          <p:nvPr/>
        </p:nvSpPr>
        <p:spPr>
          <a:xfrm>
            <a:off x="1157194" y="843602"/>
            <a:ext cx="3573029" cy="584775"/>
          </a:xfrm>
          <a:prstGeom prst="rect">
            <a:avLst/>
          </a:prstGeom>
        </p:spPr>
        <p:txBody>
          <a:bodyPr wrap="none">
            <a:spAutoFit/>
          </a:bodyPr>
          <a:lstStyle/>
          <a:p>
            <a:r>
              <a:rPr lang="uk-UA" sz="3200" b="1" dirty="0"/>
              <a:t>Постановка задачі:</a:t>
            </a:r>
          </a:p>
        </p:txBody>
      </p:sp>
      <p:sp>
        <p:nvSpPr>
          <p:cNvPr id="4" name="Прямокутник 3">
            <a:extLst>
              <a:ext uri="{FF2B5EF4-FFF2-40B4-BE49-F238E27FC236}">
                <a16:creationId xmlns:a16="http://schemas.microsoft.com/office/drawing/2014/main" id="{47F993B2-7AF2-4C17-857A-62FEB4F09FA2}"/>
              </a:ext>
            </a:extLst>
          </p:cNvPr>
          <p:cNvSpPr/>
          <p:nvPr/>
        </p:nvSpPr>
        <p:spPr>
          <a:xfrm>
            <a:off x="1598140" y="2136338"/>
            <a:ext cx="9176953" cy="2585323"/>
          </a:xfrm>
          <a:prstGeom prst="rect">
            <a:avLst/>
          </a:prstGeom>
        </p:spPr>
        <p:txBody>
          <a:bodyPr wrap="square">
            <a:spAutoFit/>
          </a:bodyPr>
          <a:lstStyle/>
          <a:p>
            <a:r>
              <a:rPr lang="uk-UA" dirty="0">
                <a:latin typeface="Arial" panose="020B0604020202020204" pitchFamily="34" charset="0"/>
              </a:rPr>
              <a:t>Реалізація </a:t>
            </a:r>
            <a:r>
              <a:rPr lang="en-US" dirty="0">
                <a:latin typeface="Arial" panose="020B0604020202020204" pitchFamily="34" charset="0"/>
              </a:rPr>
              <a:t>REST API,</a:t>
            </a:r>
            <a:r>
              <a:rPr lang="uk-UA" dirty="0">
                <a:latin typeface="Arial" panose="020B0604020202020204" pitchFamily="34" charset="0"/>
              </a:rPr>
              <a:t> яке надає повний функціонал для: </a:t>
            </a:r>
          </a:p>
          <a:p>
            <a:pPr marL="285750" indent="-285750">
              <a:buFont typeface="Arial" panose="020B0604020202020204" pitchFamily="34" charset="0"/>
              <a:buChar char="•"/>
            </a:pPr>
            <a:r>
              <a:rPr lang="uk-UA" dirty="0">
                <a:latin typeface="Arial" panose="020B0604020202020204" pitchFamily="34" charset="0"/>
              </a:rPr>
              <a:t>авторизації;</a:t>
            </a:r>
          </a:p>
          <a:p>
            <a:pPr marL="285750" indent="-285750">
              <a:buFont typeface="Arial" panose="020B0604020202020204" pitchFamily="34" charset="0"/>
              <a:buChar char="•"/>
            </a:pPr>
            <a:r>
              <a:rPr lang="uk-UA" dirty="0">
                <a:latin typeface="Arial" panose="020B0604020202020204" pitchFamily="34" charset="0"/>
              </a:rPr>
              <a:t>керування грою;</a:t>
            </a:r>
          </a:p>
          <a:p>
            <a:pPr marL="285750" indent="-285750">
              <a:buFont typeface="Arial" panose="020B0604020202020204" pitchFamily="34" charset="0"/>
              <a:buChar char="•"/>
            </a:pPr>
            <a:r>
              <a:rPr lang="uk-UA" dirty="0">
                <a:latin typeface="Arial" panose="020B0604020202020204" pitchFamily="34" charset="0"/>
              </a:rPr>
              <a:t>перегляд/налаштування профілю;</a:t>
            </a:r>
          </a:p>
          <a:p>
            <a:pPr marL="285750" indent="-285750">
              <a:buFont typeface="Arial" panose="020B0604020202020204" pitchFamily="34" charset="0"/>
              <a:buChar char="•"/>
            </a:pPr>
            <a:r>
              <a:rPr lang="uk-UA" dirty="0">
                <a:latin typeface="Arial" panose="020B0604020202020204" pitchFamily="34" charset="0"/>
              </a:rPr>
              <a:t>перегляд статистки та списку лідерів;</a:t>
            </a:r>
          </a:p>
          <a:p>
            <a:pPr marL="285750" indent="-285750">
              <a:buFont typeface="Arial" panose="020B0604020202020204" pitchFamily="34" charset="0"/>
              <a:buChar char="•"/>
            </a:pPr>
            <a:r>
              <a:rPr lang="uk-UA" dirty="0" err="1">
                <a:latin typeface="Arial" panose="020B0604020202020204" pitchFamily="34" charset="0"/>
              </a:rPr>
              <a:t>адмін</a:t>
            </a:r>
            <a:r>
              <a:rPr lang="uk-UA" dirty="0">
                <a:latin typeface="Arial" panose="020B0604020202020204" pitchFamily="34" charset="0"/>
              </a:rPr>
              <a:t>-панель та система технічної підтримки.</a:t>
            </a:r>
          </a:p>
          <a:p>
            <a:endParaRPr lang="uk-UA" dirty="0">
              <a:latin typeface="Arial" panose="020B0604020202020204" pitchFamily="34" charset="0"/>
            </a:endParaRPr>
          </a:p>
          <a:p>
            <a:r>
              <a:rPr lang="uk-UA" dirty="0">
                <a:latin typeface="Arial" panose="020B0604020202020204" pitchFamily="34" charset="0"/>
              </a:rPr>
              <a:t>Інтегрування </a:t>
            </a:r>
            <a:r>
              <a:rPr lang="en-US" dirty="0" err="1">
                <a:latin typeface="Arial" panose="020B0604020202020204" pitchFamily="34" charset="0"/>
              </a:rPr>
              <a:t>SignalR</a:t>
            </a:r>
            <a:r>
              <a:rPr lang="uk-UA" dirty="0">
                <a:latin typeface="Arial" panose="020B0604020202020204" pitchFamily="34" charset="0"/>
              </a:rPr>
              <a:t> для забезпечення передачі інформації в реальному часі (стану гри).</a:t>
            </a:r>
          </a:p>
        </p:txBody>
      </p:sp>
      <p:sp>
        <p:nvSpPr>
          <p:cNvPr id="2" name="Місце для номера слайда 1">
            <a:extLst>
              <a:ext uri="{FF2B5EF4-FFF2-40B4-BE49-F238E27FC236}">
                <a16:creationId xmlns:a16="http://schemas.microsoft.com/office/drawing/2014/main" id="{4D4CF0F4-29E1-4073-8CC0-E06C979C4142}"/>
              </a:ext>
            </a:extLst>
          </p:cNvPr>
          <p:cNvSpPr>
            <a:spLocks noGrp="1"/>
          </p:cNvSpPr>
          <p:nvPr>
            <p:ph type="sldNum" sz="quarter" idx="12"/>
          </p:nvPr>
        </p:nvSpPr>
        <p:spPr/>
        <p:txBody>
          <a:bodyPr/>
          <a:lstStyle/>
          <a:p>
            <a:fld id="{4381394B-84A4-4EB2-8589-B7B2B99E12DD}" type="slidenum">
              <a:rPr lang="uk-UA" smtClean="0"/>
              <a:t>5</a:t>
            </a:fld>
            <a:endParaRPr lang="uk-UA"/>
          </a:p>
        </p:txBody>
      </p:sp>
    </p:spTree>
    <p:extLst>
      <p:ext uri="{BB962C8B-B14F-4D97-AF65-F5344CB8AC3E}">
        <p14:creationId xmlns:p14="http://schemas.microsoft.com/office/powerpoint/2010/main" val="1742792714"/>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Прямокутник 9">
            <a:extLst>
              <a:ext uri="{FF2B5EF4-FFF2-40B4-BE49-F238E27FC236}">
                <a16:creationId xmlns:a16="http://schemas.microsoft.com/office/drawing/2014/main" id="{A9D3E3A9-8B80-4DE4-A922-F46247F3A3A0}"/>
              </a:ext>
            </a:extLst>
          </p:cNvPr>
          <p:cNvSpPr/>
          <p:nvPr/>
        </p:nvSpPr>
        <p:spPr>
          <a:xfrm>
            <a:off x="1157194" y="843602"/>
            <a:ext cx="2944011" cy="584775"/>
          </a:xfrm>
          <a:prstGeom prst="rect">
            <a:avLst/>
          </a:prstGeom>
        </p:spPr>
        <p:txBody>
          <a:bodyPr wrap="none">
            <a:spAutoFit/>
          </a:bodyPr>
          <a:lstStyle/>
          <a:p>
            <a:r>
              <a:rPr lang="uk-UA" sz="3200" b="1" dirty="0"/>
              <a:t>Архітектура ПЗ:</a:t>
            </a:r>
          </a:p>
        </p:txBody>
      </p:sp>
      <p:sp>
        <p:nvSpPr>
          <p:cNvPr id="4" name="Прямокутник 3">
            <a:extLst>
              <a:ext uri="{FF2B5EF4-FFF2-40B4-BE49-F238E27FC236}">
                <a16:creationId xmlns:a16="http://schemas.microsoft.com/office/drawing/2014/main" id="{47F993B2-7AF2-4C17-857A-62FEB4F09FA2}"/>
              </a:ext>
            </a:extLst>
          </p:cNvPr>
          <p:cNvSpPr/>
          <p:nvPr/>
        </p:nvSpPr>
        <p:spPr>
          <a:xfrm>
            <a:off x="1598140" y="2136338"/>
            <a:ext cx="9176953" cy="2308324"/>
          </a:xfrm>
          <a:prstGeom prst="rect">
            <a:avLst/>
          </a:prstGeom>
        </p:spPr>
        <p:txBody>
          <a:bodyPr wrap="square">
            <a:spAutoFit/>
          </a:bodyPr>
          <a:lstStyle/>
          <a:p>
            <a:r>
              <a:rPr lang="uk-UA" dirty="0">
                <a:latin typeface="Arial" panose="020B0604020202020204" pitchFamily="34" charset="0"/>
              </a:rPr>
              <a:t>Система розділена на 4 рівня:</a:t>
            </a:r>
          </a:p>
          <a:p>
            <a:pPr marL="285750" indent="-285750">
              <a:buFont typeface="Arial" panose="020B0604020202020204" pitchFamily="34" charset="0"/>
              <a:buChar char="•"/>
            </a:pPr>
            <a:r>
              <a:rPr lang="en-US" dirty="0">
                <a:latin typeface="Arial" panose="020B0604020202020204" pitchFamily="34" charset="0"/>
              </a:rPr>
              <a:t>Domain Layer (</a:t>
            </a:r>
            <a:r>
              <a:rPr lang="uk-UA" dirty="0">
                <a:latin typeface="Arial" panose="020B0604020202020204" pitchFamily="34" charset="0"/>
              </a:rPr>
              <a:t>основні (доменні) сутності, не залежить від інших шарів</a:t>
            </a:r>
            <a:r>
              <a:rPr lang="en-US" dirty="0">
                <a:latin typeface="Arial" panose="020B0604020202020204" pitchFamily="34" charset="0"/>
              </a:rPr>
              <a:t>);</a:t>
            </a:r>
          </a:p>
          <a:p>
            <a:pPr marL="285750" indent="-285750">
              <a:buFont typeface="Arial" panose="020B0604020202020204" pitchFamily="34" charset="0"/>
              <a:buChar char="•"/>
            </a:pPr>
            <a:r>
              <a:rPr lang="en-US" dirty="0">
                <a:latin typeface="Arial" panose="020B0604020202020204" pitchFamily="34" charset="0"/>
              </a:rPr>
              <a:t>Application Layer</a:t>
            </a:r>
            <a:r>
              <a:rPr lang="uk-UA" dirty="0">
                <a:latin typeface="Arial" panose="020B0604020202020204" pitchFamily="34" charset="0"/>
              </a:rPr>
              <a:t> (бізнес логіка, залежить від </a:t>
            </a:r>
            <a:r>
              <a:rPr lang="en-US" dirty="0">
                <a:latin typeface="Arial" panose="020B0604020202020204" pitchFamily="34" charset="0"/>
              </a:rPr>
              <a:t>Domain Layer</a:t>
            </a:r>
            <a:r>
              <a:rPr lang="uk-UA" dirty="0">
                <a:latin typeface="Arial" panose="020B0604020202020204" pitchFamily="34" charset="0"/>
              </a:rPr>
              <a:t>)</a:t>
            </a:r>
            <a:r>
              <a:rPr lang="en-US" dirty="0">
                <a:latin typeface="Arial" panose="020B0604020202020204" pitchFamily="34" charset="0"/>
              </a:rPr>
              <a:t>;</a:t>
            </a:r>
          </a:p>
          <a:p>
            <a:pPr marL="285750" indent="-285750">
              <a:buFont typeface="Arial" panose="020B0604020202020204" pitchFamily="34" charset="0"/>
              <a:buChar char="•"/>
            </a:pPr>
            <a:r>
              <a:rPr lang="en-US" dirty="0">
                <a:latin typeface="Arial" panose="020B0604020202020204" pitchFamily="34" charset="0"/>
              </a:rPr>
              <a:t>Infrastructure Layer</a:t>
            </a:r>
            <a:r>
              <a:rPr lang="uk-UA" dirty="0">
                <a:latin typeface="Arial" panose="020B0604020202020204" pitchFamily="34" charset="0"/>
              </a:rPr>
              <a:t> (технічна реалізація доступу до бази даних та передачею повідомлень у реальному часі, інтеграція зі сторонніми сервісами, залежить від </a:t>
            </a:r>
            <a:r>
              <a:rPr lang="en-US" dirty="0">
                <a:latin typeface="Arial" panose="020B0604020202020204" pitchFamily="34" charset="0"/>
              </a:rPr>
              <a:t>Application Layer</a:t>
            </a:r>
            <a:r>
              <a:rPr lang="uk-UA" dirty="0">
                <a:latin typeface="Arial" panose="020B0604020202020204" pitchFamily="34" charset="0"/>
              </a:rPr>
              <a:t> та сторонніх бібліотек)</a:t>
            </a:r>
            <a:r>
              <a:rPr lang="en-US" dirty="0">
                <a:latin typeface="Arial" panose="020B0604020202020204" pitchFamily="34" charset="0"/>
              </a:rPr>
              <a:t>;</a:t>
            </a:r>
          </a:p>
          <a:p>
            <a:pPr marL="285750" indent="-285750">
              <a:buFont typeface="Arial" panose="020B0604020202020204" pitchFamily="34" charset="0"/>
              <a:buChar char="•"/>
            </a:pPr>
            <a:r>
              <a:rPr lang="en-US" dirty="0" err="1">
                <a:latin typeface="Arial" panose="020B0604020202020204" pitchFamily="34" charset="0"/>
              </a:rPr>
              <a:t>WebApi</a:t>
            </a:r>
            <a:r>
              <a:rPr lang="uk-UA" dirty="0">
                <a:latin typeface="Arial" panose="020B0604020202020204" pitchFamily="34" charset="0"/>
              </a:rPr>
              <a:t> (приймання</a:t>
            </a:r>
            <a:r>
              <a:rPr lang="en-US" dirty="0">
                <a:latin typeface="Arial" panose="020B0604020202020204" pitchFamily="34" charset="0"/>
              </a:rPr>
              <a:t> http</a:t>
            </a:r>
            <a:r>
              <a:rPr lang="uk-UA" dirty="0">
                <a:latin typeface="Arial" panose="020B0604020202020204" pitchFamily="34" charset="0"/>
              </a:rPr>
              <a:t> запитів та повертання відповіді, первинна </a:t>
            </a:r>
            <a:r>
              <a:rPr lang="uk-UA" dirty="0" err="1">
                <a:latin typeface="Arial" panose="020B0604020202020204" pitchFamily="34" charset="0"/>
              </a:rPr>
              <a:t>валідація</a:t>
            </a:r>
            <a:r>
              <a:rPr lang="uk-UA" dirty="0">
                <a:latin typeface="Arial" panose="020B0604020202020204" pitchFamily="34" charset="0"/>
              </a:rPr>
              <a:t>, </a:t>
            </a:r>
            <a:r>
              <a:rPr lang="en-US" dirty="0">
                <a:latin typeface="Arial" panose="020B0604020202020204" pitchFamily="34" charset="0"/>
              </a:rPr>
              <a:t>Swagger</a:t>
            </a:r>
            <a:r>
              <a:rPr lang="uk-UA" dirty="0">
                <a:latin typeface="Arial" panose="020B0604020202020204" pitchFamily="34" charset="0"/>
              </a:rPr>
              <a:t> документація, залежить від </a:t>
            </a:r>
            <a:r>
              <a:rPr lang="en-US" dirty="0">
                <a:latin typeface="Arial" panose="020B0604020202020204" pitchFamily="34" charset="0"/>
              </a:rPr>
              <a:t>Application Layer</a:t>
            </a:r>
            <a:r>
              <a:rPr lang="uk-UA" dirty="0">
                <a:latin typeface="Arial" panose="020B0604020202020204" pitchFamily="34" charset="0"/>
              </a:rPr>
              <a:t>)</a:t>
            </a:r>
            <a:r>
              <a:rPr lang="en-US" dirty="0">
                <a:latin typeface="Arial" panose="020B0604020202020204" pitchFamily="34" charset="0"/>
              </a:rPr>
              <a:t>.</a:t>
            </a:r>
            <a:endParaRPr lang="uk-UA" dirty="0">
              <a:latin typeface="Arial" panose="020B0604020202020204" pitchFamily="34" charset="0"/>
            </a:endParaRPr>
          </a:p>
        </p:txBody>
      </p:sp>
      <p:sp>
        <p:nvSpPr>
          <p:cNvPr id="2" name="Місце для номера слайда 1">
            <a:extLst>
              <a:ext uri="{FF2B5EF4-FFF2-40B4-BE49-F238E27FC236}">
                <a16:creationId xmlns:a16="http://schemas.microsoft.com/office/drawing/2014/main" id="{B0A7BAC7-F1A6-4D53-8A67-430523722102}"/>
              </a:ext>
            </a:extLst>
          </p:cNvPr>
          <p:cNvSpPr>
            <a:spLocks noGrp="1"/>
          </p:cNvSpPr>
          <p:nvPr>
            <p:ph type="sldNum" sz="quarter" idx="12"/>
          </p:nvPr>
        </p:nvSpPr>
        <p:spPr/>
        <p:txBody>
          <a:bodyPr/>
          <a:lstStyle/>
          <a:p>
            <a:fld id="{4381394B-84A4-4EB2-8589-B7B2B99E12DD}" type="slidenum">
              <a:rPr lang="uk-UA" smtClean="0"/>
              <a:t>6</a:t>
            </a:fld>
            <a:endParaRPr lang="uk-UA"/>
          </a:p>
        </p:txBody>
      </p:sp>
    </p:spTree>
    <p:extLst>
      <p:ext uri="{BB962C8B-B14F-4D97-AF65-F5344CB8AC3E}">
        <p14:creationId xmlns:p14="http://schemas.microsoft.com/office/powerpoint/2010/main" val="159639131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Прямокутник 9">
            <a:extLst>
              <a:ext uri="{FF2B5EF4-FFF2-40B4-BE49-F238E27FC236}">
                <a16:creationId xmlns:a16="http://schemas.microsoft.com/office/drawing/2014/main" id="{A9D3E3A9-8B80-4DE4-A922-F46247F3A3A0}"/>
              </a:ext>
            </a:extLst>
          </p:cNvPr>
          <p:cNvSpPr/>
          <p:nvPr/>
        </p:nvSpPr>
        <p:spPr>
          <a:xfrm>
            <a:off x="1157194" y="843602"/>
            <a:ext cx="3369833" cy="584775"/>
          </a:xfrm>
          <a:prstGeom prst="rect">
            <a:avLst/>
          </a:prstGeom>
        </p:spPr>
        <p:txBody>
          <a:bodyPr wrap="none">
            <a:spAutoFit/>
          </a:bodyPr>
          <a:lstStyle/>
          <a:p>
            <a:r>
              <a:rPr lang="uk-UA" sz="3200" b="1" dirty="0"/>
              <a:t>Проектування ПЗ:</a:t>
            </a:r>
          </a:p>
        </p:txBody>
      </p:sp>
      <p:sp>
        <p:nvSpPr>
          <p:cNvPr id="2" name="Прямокутник 1">
            <a:extLst>
              <a:ext uri="{FF2B5EF4-FFF2-40B4-BE49-F238E27FC236}">
                <a16:creationId xmlns:a16="http://schemas.microsoft.com/office/drawing/2014/main" id="{20414F42-0A7C-4EE5-9D1D-B8A493FD4477}"/>
              </a:ext>
            </a:extLst>
          </p:cNvPr>
          <p:cNvSpPr/>
          <p:nvPr/>
        </p:nvSpPr>
        <p:spPr>
          <a:xfrm>
            <a:off x="1265659" y="1969013"/>
            <a:ext cx="4275438" cy="646331"/>
          </a:xfrm>
          <a:prstGeom prst="rect">
            <a:avLst/>
          </a:prstGeom>
        </p:spPr>
        <p:txBody>
          <a:bodyPr wrap="square">
            <a:spAutoFit/>
          </a:bodyPr>
          <a:lstStyle/>
          <a:p>
            <a:r>
              <a:rPr lang="uk-UA" dirty="0">
                <a:latin typeface="Arial" panose="020B0604020202020204" pitchFamily="34" charset="0"/>
              </a:rPr>
              <a:t>UML-діаграма класів для сутностей, які реалізовують процес гри</a:t>
            </a:r>
          </a:p>
        </p:txBody>
      </p:sp>
      <p:pic>
        <p:nvPicPr>
          <p:cNvPr id="6" name="Рисунок 5">
            <a:extLst>
              <a:ext uri="{FF2B5EF4-FFF2-40B4-BE49-F238E27FC236}">
                <a16:creationId xmlns:a16="http://schemas.microsoft.com/office/drawing/2014/main" id="{4BC4A56C-5666-448E-B0E5-06E67350B743}"/>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427548" y="716690"/>
            <a:ext cx="4701772" cy="5558035"/>
          </a:xfrm>
          <a:prstGeom prst="rect">
            <a:avLst/>
          </a:prstGeom>
          <a:noFill/>
          <a:ln>
            <a:noFill/>
          </a:ln>
        </p:spPr>
      </p:pic>
      <p:sp>
        <p:nvSpPr>
          <p:cNvPr id="3" name="Місце для номера слайда 2">
            <a:extLst>
              <a:ext uri="{FF2B5EF4-FFF2-40B4-BE49-F238E27FC236}">
                <a16:creationId xmlns:a16="http://schemas.microsoft.com/office/drawing/2014/main" id="{B076368F-DE80-49BA-8DD8-876E0D890870}"/>
              </a:ext>
            </a:extLst>
          </p:cNvPr>
          <p:cNvSpPr>
            <a:spLocks noGrp="1"/>
          </p:cNvSpPr>
          <p:nvPr>
            <p:ph type="sldNum" sz="quarter" idx="12"/>
          </p:nvPr>
        </p:nvSpPr>
        <p:spPr/>
        <p:txBody>
          <a:bodyPr/>
          <a:lstStyle/>
          <a:p>
            <a:fld id="{4381394B-84A4-4EB2-8589-B7B2B99E12DD}" type="slidenum">
              <a:rPr lang="uk-UA" smtClean="0"/>
              <a:t>7</a:t>
            </a:fld>
            <a:endParaRPr lang="uk-UA"/>
          </a:p>
        </p:txBody>
      </p:sp>
    </p:spTree>
    <p:extLst>
      <p:ext uri="{BB962C8B-B14F-4D97-AF65-F5344CB8AC3E}">
        <p14:creationId xmlns:p14="http://schemas.microsoft.com/office/powerpoint/2010/main" val="1297663349"/>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Прямокутник 9">
            <a:extLst>
              <a:ext uri="{FF2B5EF4-FFF2-40B4-BE49-F238E27FC236}">
                <a16:creationId xmlns:a16="http://schemas.microsoft.com/office/drawing/2014/main" id="{A9D3E3A9-8B80-4DE4-A922-F46247F3A3A0}"/>
              </a:ext>
            </a:extLst>
          </p:cNvPr>
          <p:cNvSpPr/>
          <p:nvPr/>
        </p:nvSpPr>
        <p:spPr>
          <a:xfrm>
            <a:off x="1157194" y="843602"/>
            <a:ext cx="3369833" cy="584775"/>
          </a:xfrm>
          <a:prstGeom prst="rect">
            <a:avLst/>
          </a:prstGeom>
        </p:spPr>
        <p:txBody>
          <a:bodyPr wrap="none">
            <a:spAutoFit/>
          </a:bodyPr>
          <a:lstStyle/>
          <a:p>
            <a:r>
              <a:rPr lang="uk-UA" sz="3200" b="1" dirty="0"/>
              <a:t>Проектування ПЗ:</a:t>
            </a:r>
          </a:p>
        </p:txBody>
      </p:sp>
      <p:sp>
        <p:nvSpPr>
          <p:cNvPr id="2" name="Прямокутник 1">
            <a:extLst>
              <a:ext uri="{FF2B5EF4-FFF2-40B4-BE49-F238E27FC236}">
                <a16:creationId xmlns:a16="http://schemas.microsoft.com/office/drawing/2014/main" id="{20414F42-0A7C-4EE5-9D1D-B8A493FD4477}"/>
              </a:ext>
            </a:extLst>
          </p:cNvPr>
          <p:cNvSpPr/>
          <p:nvPr/>
        </p:nvSpPr>
        <p:spPr>
          <a:xfrm>
            <a:off x="1265659" y="1969013"/>
            <a:ext cx="3108633" cy="369332"/>
          </a:xfrm>
          <a:prstGeom prst="rect">
            <a:avLst/>
          </a:prstGeom>
        </p:spPr>
        <p:txBody>
          <a:bodyPr wrap="square">
            <a:spAutoFit/>
          </a:bodyPr>
          <a:lstStyle/>
          <a:p>
            <a:r>
              <a:rPr lang="uk-UA" dirty="0">
                <a:latin typeface="Arial" panose="020B0604020202020204" pitchFamily="34" charset="0"/>
              </a:rPr>
              <a:t>Схема бази даних</a:t>
            </a:r>
          </a:p>
        </p:txBody>
      </p:sp>
      <p:pic>
        <p:nvPicPr>
          <p:cNvPr id="6" name="Рисунок 5">
            <a:extLst>
              <a:ext uri="{FF2B5EF4-FFF2-40B4-BE49-F238E27FC236}">
                <a16:creationId xmlns:a16="http://schemas.microsoft.com/office/drawing/2014/main" id="{5650A4DB-ECBC-4A6C-9CA7-CE94DCD37E8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24314" y="715010"/>
            <a:ext cx="6483350" cy="5427980"/>
          </a:xfrm>
          <a:prstGeom prst="rect">
            <a:avLst/>
          </a:prstGeom>
          <a:noFill/>
          <a:ln>
            <a:noFill/>
          </a:ln>
        </p:spPr>
      </p:pic>
      <p:sp>
        <p:nvSpPr>
          <p:cNvPr id="3" name="Місце для номера слайда 2">
            <a:extLst>
              <a:ext uri="{FF2B5EF4-FFF2-40B4-BE49-F238E27FC236}">
                <a16:creationId xmlns:a16="http://schemas.microsoft.com/office/drawing/2014/main" id="{518D4E8F-D1A8-4009-A19F-B9A5F282F1FD}"/>
              </a:ext>
            </a:extLst>
          </p:cNvPr>
          <p:cNvSpPr>
            <a:spLocks noGrp="1"/>
          </p:cNvSpPr>
          <p:nvPr>
            <p:ph type="sldNum" sz="quarter" idx="12"/>
          </p:nvPr>
        </p:nvSpPr>
        <p:spPr/>
        <p:txBody>
          <a:bodyPr/>
          <a:lstStyle/>
          <a:p>
            <a:fld id="{4381394B-84A4-4EB2-8589-B7B2B99E12DD}" type="slidenum">
              <a:rPr lang="uk-UA" smtClean="0"/>
              <a:t>8</a:t>
            </a:fld>
            <a:endParaRPr lang="uk-UA"/>
          </a:p>
        </p:txBody>
      </p:sp>
    </p:spTree>
    <p:extLst>
      <p:ext uri="{BB962C8B-B14F-4D97-AF65-F5344CB8AC3E}">
        <p14:creationId xmlns:p14="http://schemas.microsoft.com/office/powerpoint/2010/main" val="238754098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Прямокутник 9">
            <a:extLst>
              <a:ext uri="{FF2B5EF4-FFF2-40B4-BE49-F238E27FC236}">
                <a16:creationId xmlns:a16="http://schemas.microsoft.com/office/drawing/2014/main" id="{A9D3E3A9-8B80-4DE4-A922-F46247F3A3A0}"/>
              </a:ext>
            </a:extLst>
          </p:cNvPr>
          <p:cNvSpPr/>
          <p:nvPr/>
        </p:nvSpPr>
        <p:spPr>
          <a:xfrm>
            <a:off x="1157194" y="843602"/>
            <a:ext cx="3337773" cy="584775"/>
          </a:xfrm>
          <a:prstGeom prst="rect">
            <a:avLst/>
          </a:prstGeom>
        </p:spPr>
        <p:txBody>
          <a:bodyPr wrap="none">
            <a:spAutoFit/>
          </a:bodyPr>
          <a:lstStyle/>
          <a:p>
            <a:r>
              <a:rPr lang="uk-UA" sz="3200" b="1" dirty="0"/>
              <a:t>Засоби розробки:</a:t>
            </a:r>
          </a:p>
        </p:txBody>
      </p:sp>
      <p:sp>
        <p:nvSpPr>
          <p:cNvPr id="4" name="Прямокутник 3">
            <a:extLst>
              <a:ext uri="{FF2B5EF4-FFF2-40B4-BE49-F238E27FC236}">
                <a16:creationId xmlns:a16="http://schemas.microsoft.com/office/drawing/2014/main" id="{47F993B2-7AF2-4C17-857A-62FEB4F09FA2}"/>
              </a:ext>
            </a:extLst>
          </p:cNvPr>
          <p:cNvSpPr/>
          <p:nvPr/>
        </p:nvSpPr>
        <p:spPr>
          <a:xfrm>
            <a:off x="1598140" y="2136338"/>
            <a:ext cx="9176953" cy="2308324"/>
          </a:xfrm>
          <a:prstGeom prst="rect">
            <a:avLst/>
          </a:prstGeom>
        </p:spPr>
        <p:txBody>
          <a:bodyPr wrap="square">
            <a:spAutoFit/>
          </a:bodyPr>
          <a:lstStyle/>
          <a:p>
            <a:pPr marL="285750" indent="-285750">
              <a:buFont typeface="Arial" panose="020B0604020202020204" pitchFamily="34" charset="0"/>
              <a:buChar char="•"/>
            </a:pPr>
            <a:r>
              <a:rPr lang="uk-UA" dirty="0">
                <a:latin typeface="Arial" panose="020B0604020202020204" pitchFamily="34" charset="0"/>
              </a:rPr>
              <a:t>Технологія: </a:t>
            </a:r>
            <a:r>
              <a:rPr lang="en-US" dirty="0">
                <a:latin typeface="Arial" panose="020B0604020202020204" pitchFamily="34" charset="0"/>
              </a:rPr>
              <a:t>.NET (C#);</a:t>
            </a:r>
          </a:p>
          <a:p>
            <a:pPr marL="285750" indent="-285750">
              <a:buFont typeface="Arial" panose="020B0604020202020204" pitchFamily="34" charset="0"/>
              <a:buChar char="•"/>
            </a:pPr>
            <a:r>
              <a:rPr lang="uk-UA" dirty="0">
                <a:latin typeface="Arial" panose="020B0604020202020204" pitchFamily="34" charset="0"/>
              </a:rPr>
              <a:t>Побудова </a:t>
            </a:r>
            <a:r>
              <a:rPr lang="en-US" dirty="0">
                <a:latin typeface="Arial" panose="020B0604020202020204" pitchFamily="34" charset="0"/>
              </a:rPr>
              <a:t>API: ASP.NET Core;</a:t>
            </a:r>
          </a:p>
          <a:p>
            <a:pPr marL="285750" indent="-285750">
              <a:buFont typeface="Arial" panose="020B0604020202020204" pitchFamily="34" charset="0"/>
              <a:buChar char="•"/>
            </a:pPr>
            <a:r>
              <a:rPr lang="en-US" dirty="0">
                <a:latin typeface="Arial" panose="020B0604020202020204" pitchFamily="34" charset="0"/>
              </a:rPr>
              <a:t>ORM: Entity Framework Core;</a:t>
            </a:r>
            <a:endParaRPr lang="uk-UA" dirty="0">
              <a:latin typeface="Arial" panose="020B0604020202020204" pitchFamily="34" charset="0"/>
            </a:endParaRPr>
          </a:p>
          <a:p>
            <a:pPr marL="285750" indent="-285750">
              <a:buFont typeface="Arial" panose="020B0604020202020204" pitchFamily="34" charset="0"/>
              <a:buChar char="•"/>
            </a:pPr>
            <a:r>
              <a:rPr lang="uk-UA" dirty="0">
                <a:latin typeface="Arial" panose="020B0604020202020204" pitchFamily="34" charset="0"/>
              </a:rPr>
              <a:t>Забезпечення відправку повідомлень у реальному часі</a:t>
            </a:r>
            <a:r>
              <a:rPr lang="en-US" dirty="0">
                <a:latin typeface="Arial" panose="020B0604020202020204" pitchFamily="34" charset="0"/>
              </a:rPr>
              <a:t>: </a:t>
            </a:r>
            <a:r>
              <a:rPr lang="en-US" dirty="0" err="1">
                <a:latin typeface="Arial" panose="020B0604020202020204" pitchFamily="34" charset="0"/>
              </a:rPr>
              <a:t>SignalR</a:t>
            </a:r>
            <a:r>
              <a:rPr lang="en-US" dirty="0">
                <a:latin typeface="Arial" panose="020B0604020202020204" pitchFamily="34" charset="0"/>
              </a:rPr>
              <a:t>;</a:t>
            </a:r>
            <a:endParaRPr lang="uk-UA" dirty="0">
              <a:latin typeface="Arial" panose="020B0604020202020204" pitchFamily="34" charset="0"/>
            </a:endParaRPr>
          </a:p>
          <a:p>
            <a:pPr marL="285750" indent="-285750">
              <a:buFont typeface="Arial" panose="020B0604020202020204" pitchFamily="34" charset="0"/>
              <a:buChar char="•"/>
            </a:pPr>
            <a:r>
              <a:rPr lang="uk-UA" dirty="0">
                <a:latin typeface="Arial" panose="020B0604020202020204" pitchFamily="34" charset="0"/>
              </a:rPr>
              <a:t>База даних: </a:t>
            </a:r>
            <a:r>
              <a:rPr lang="en-US" dirty="0" err="1">
                <a:latin typeface="Arial" panose="020B0604020202020204" pitchFamily="34" charset="0"/>
              </a:rPr>
              <a:t>MySql</a:t>
            </a:r>
            <a:r>
              <a:rPr lang="en-US" dirty="0">
                <a:latin typeface="Arial" panose="020B0604020202020204" pitchFamily="34" charset="0"/>
              </a:rPr>
              <a:t>;</a:t>
            </a:r>
          </a:p>
          <a:p>
            <a:pPr marL="285750" indent="-285750">
              <a:buFont typeface="Arial" panose="020B0604020202020204" pitchFamily="34" charset="0"/>
              <a:buChar char="•"/>
            </a:pPr>
            <a:r>
              <a:rPr lang="uk-UA" dirty="0">
                <a:latin typeface="Arial" panose="020B0604020202020204" pitchFamily="34" charset="0"/>
              </a:rPr>
              <a:t>Документація: </a:t>
            </a:r>
            <a:r>
              <a:rPr lang="en-US" dirty="0">
                <a:latin typeface="Arial" panose="020B0604020202020204" pitchFamily="34" charset="0"/>
              </a:rPr>
              <a:t>Swagger (</a:t>
            </a:r>
            <a:r>
              <a:rPr lang="en-US" dirty="0" err="1">
                <a:latin typeface="Arial" panose="020B0604020202020204" pitchFamily="34" charset="0"/>
              </a:rPr>
              <a:t>Swashbuckle</a:t>
            </a:r>
            <a:r>
              <a:rPr lang="en-US" dirty="0">
                <a:latin typeface="Arial" panose="020B0604020202020204" pitchFamily="34" charset="0"/>
              </a:rPr>
              <a:t>);</a:t>
            </a:r>
          </a:p>
          <a:p>
            <a:pPr marL="285750" indent="-285750">
              <a:buFont typeface="Arial" panose="020B0604020202020204" pitchFamily="34" charset="0"/>
              <a:buChar char="•"/>
            </a:pPr>
            <a:r>
              <a:rPr lang="en-US" dirty="0">
                <a:latin typeface="Arial" panose="020B0604020202020204" pitchFamily="34" charset="0"/>
              </a:rPr>
              <a:t>IDE: JetBrains Rider;</a:t>
            </a:r>
          </a:p>
          <a:p>
            <a:pPr marL="285750" indent="-285750">
              <a:buFont typeface="Arial" panose="020B0604020202020204" pitchFamily="34" charset="0"/>
              <a:buChar char="•"/>
            </a:pPr>
            <a:r>
              <a:rPr lang="uk-UA" dirty="0">
                <a:latin typeface="Arial" panose="020B0604020202020204" pitchFamily="34" charset="0"/>
              </a:rPr>
              <a:t>Засіб для тестування</a:t>
            </a:r>
            <a:r>
              <a:rPr lang="en-US" dirty="0">
                <a:latin typeface="Arial" panose="020B0604020202020204" pitchFamily="34" charset="0"/>
              </a:rPr>
              <a:t> API:</a:t>
            </a:r>
            <a:r>
              <a:rPr lang="uk-UA" dirty="0">
                <a:latin typeface="Arial" panose="020B0604020202020204" pitchFamily="34" charset="0"/>
              </a:rPr>
              <a:t> </a:t>
            </a:r>
            <a:r>
              <a:rPr lang="en-US" dirty="0">
                <a:latin typeface="Arial" panose="020B0604020202020204" pitchFamily="34" charset="0"/>
              </a:rPr>
              <a:t>Postman</a:t>
            </a:r>
            <a:r>
              <a:rPr lang="uk-UA" dirty="0">
                <a:latin typeface="Arial" panose="020B0604020202020204" pitchFamily="34" charset="0"/>
              </a:rPr>
              <a:t>.</a:t>
            </a:r>
            <a:endParaRPr lang="en-US" dirty="0">
              <a:latin typeface="Arial" panose="020B0604020202020204" pitchFamily="34" charset="0"/>
            </a:endParaRPr>
          </a:p>
        </p:txBody>
      </p:sp>
      <p:sp>
        <p:nvSpPr>
          <p:cNvPr id="2" name="Місце для номера слайда 1">
            <a:extLst>
              <a:ext uri="{FF2B5EF4-FFF2-40B4-BE49-F238E27FC236}">
                <a16:creationId xmlns:a16="http://schemas.microsoft.com/office/drawing/2014/main" id="{C939DB5B-3055-48F6-BD66-63546602A4B6}"/>
              </a:ext>
            </a:extLst>
          </p:cNvPr>
          <p:cNvSpPr>
            <a:spLocks noGrp="1"/>
          </p:cNvSpPr>
          <p:nvPr>
            <p:ph type="sldNum" sz="quarter" idx="12"/>
          </p:nvPr>
        </p:nvSpPr>
        <p:spPr/>
        <p:txBody>
          <a:bodyPr/>
          <a:lstStyle/>
          <a:p>
            <a:fld id="{4381394B-84A4-4EB2-8589-B7B2B99E12DD}" type="slidenum">
              <a:rPr lang="uk-UA" smtClean="0"/>
              <a:t>9</a:t>
            </a:fld>
            <a:endParaRPr lang="uk-UA"/>
          </a:p>
        </p:txBody>
      </p:sp>
    </p:spTree>
    <p:extLst>
      <p:ext uri="{BB962C8B-B14F-4D97-AF65-F5344CB8AC3E}">
        <p14:creationId xmlns:p14="http://schemas.microsoft.com/office/powerpoint/2010/main" val="219553947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Прямокутник 9">
            <a:extLst>
              <a:ext uri="{FF2B5EF4-FFF2-40B4-BE49-F238E27FC236}">
                <a16:creationId xmlns:a16="http://schemas.microsoft.com/office/drawing/2014/main" id="{A9D3E3A9-8B80-4DE4-A922-F46247F3A3A0}"/>
              </a:ext>
            </a:extLst>
          </p:cNvPr>
          <p:cNvSpPr/>
          <p:nvPr/>
        </p:nvSpPr>
        <p:spPr>
          <a:xfrm>
            <a:off x="1157195" y="843602"/>
            <a:ext cx="6141530" cy="1077218"/>
          </a:xfrm>
          <a:prstGeom prst="rect">
            <a:avLst/>
          </a:prstGeom>
        </p:spPr>
        <p:txBody>
          <a:bodyPr wrap="square">
            <a:spAutoFit/>
          </a:bodyPr>
          <a:lstStyle/>
          <a:p>
            <a:r>
              <a:rPr lang="uk-UA" sz="3200" b="1" dirty="0"/>
              <a:t>Приклади реалізації (</a:t>
            </a:r>
            <a:r>
              <a:rPr lang="ru-RU" sz="3200" b="1" dirty="0"/>
              <a:t>відправка </a:t>
            </a:r>
            <a:r>
              <a:rPr lang="ru-RU" sz="3200" b="1" dirty="0" err="1"/>
              <a:t>повідомлення</a:t>
            </a:r>
            <a:r>
              <a:rPr lang="ru-RU" sz="3200" b="1" dirty="0"/>
              <a:t> у реальному </a:t>
            </a:r>
            <a:r>
              <a:rPr lang="ru-RU" sz="3200" b="1" dirty="0" err="1"/>
              <a:t>часі</a:t>
            </a:r>
            <a:r>
              <a:rPr lang="uk-UA" sz="3200" b="1" dirty="0"/>
              <a:t>):</a:t>
            </a:r>
          </a:p>
        </p:txBody>
      </p:sp>
      <p:pic>
        <p:nvPicPr>
          <p:cNvPr id="2" name="Рисунок 1">
            <a:extLst>
              <a:ext uri="{FF2B5EF4-FFF2-40B4-BE49-F238E27FC236}">
                <a16:creationId xmlns:a16="http://schemas.microsoft.com/office/drawing/2014/main" id="{D58A07F5-1956-47D5-95DF-D96CD6795F3E}"/>
              </a:ext>
            </a:extLst>
          </p:cNvPr>
          <p:cNvPicPr>
            <a:picLocks noChangeAspect="1"/>
          </p:cNvPicPr>
          <p:nvPr/>
        </p:nvPicPr>
        <p:blipFill>
          <a:blip r:embed="rId3"/>
          <a:stretch>
            <a:fillRect/>
          </a:stretch>
        </p:blipFill>
        <p:spPr>
          <a:xfrm>
            <a:off x="1157195" y="2533604"/>
            <a:ext cx="5483267" cy="3017637"/>
          </a:xfrm>
          <a:prstGeom prst="rect">
            <a:avLst/>
          </a:prstGeom>
        </p:spPr>
      </p:pic>
      <p:pic>
        <p:nvPicPr>
          <p:cNvPr id="5" name="Рисунок 4">
            <a:extLst>
              <a:ext uri="{FF2B5EF4-FFF2-40B4-BE49-F238E27FC236}">
                <a16:creationId xmlns:a16="http://schemas.microsoft.com/office/drawing/2014/main" id="{F33F5861-FC33-4E2C-81E3-B6AEAD12BB57}"/>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8051654" y="1213211"/>
            <a:ext cx="2237406" cy="4431577"/>
          </a:xfrm>
          <a:prstGeom prst="rect">
            <a:avLst/>
          </a:prstGeom>
          <a:noFill/>
        </p:spPr>
      </p:pic>
      <p:sp>
        <p:nvSpPr>
          <p:cNvPr id="6" name="Прямокутник 5">
            <a:extLst>
              <a:ext uri="{FF2B5EF4-FFF2-40B4-BE49-F238E27FC236}">
                <a16:creationId xmlns:a16="http://schemas.microsoft.com/office/drawing/2014/main" id="{BE092FCE-4C98-4090-BCE3-DBAEF0986A7C}"/>
              </a:ext>
            </a:extLst>
          </p:cNvPr>
          <p:cNvSpPr/>
          <p:nvPr/>
        </p:nvSpPr>
        <p:spPr>
          <a:xfrm>
            <a:off x="3577913" y="5645066"/>
            <a:ext cx="641829" cy="369332"/>
          </a:xfrm>
          <a:prstGeom prst="rect">
            <a:avLst/>
          </a:prstGeom>
        </p:spPr>
        <p:txBody>
          <a:bodyPr wrap="square">
            <a:spAutoFit/>
          </a:bodyPr>
          <a:lstStyle/>
          <a:p>
            <a:r>
              <a:rPr lang="uk-UA" dirty="0">
                <a:latin typeface="Arial" panose="020B0604020202020204" pitchFamily="34" charset="0"/>
              </a:rPr>
              <a:t>Код</a:t>
            </a:r>
          </a:p>
        </p:txBody>
      </p:sp>
      <p:sp>
        <p:nvSpPr>
          <p:cNvPr id="7" name="Прямокутник 6">
            <a:extLst>
              <a:ext uri="{FF2B5EF4-FFF2-40B4-BE49-F238E27FC236}">
                <a16:creationId xmlns:a16="http://schemas.microsoft.com/office/drawing/2014/main" id="{B394D9FA-24BE-47E5-BDA3-663D980E6BCA}"/>
              </a:ext>
            </a:extLst>
          </p:cNvPr>
          <p:cNvSpPr/>
          <p:nvPr/>
        </p:nvSpPr>
        <p:spPr>
          <a:xfrm>
            <a:off x="8504094" y="5644788"/>
            <a:ext cx="1332526" cy="369332"/>
          </a:xfrm>
          <a:prstGeom prst="rect">
            <a:avLst/>
          </a:prstGeom>
        </p:spPr>
        <p:txBody>
          <a:bodyPr wrap="square">
            <a:spAutoFit/>
          </a:bodyPr>
          <a:lstStyle/>
          <a:p>
            <a:r>
              <a:rPr lang="uk-UA" dirty="0">
                <a:latin typeface="Arial" panose="020B0604020202020204" pitchFamily="34" charset="0"/>
              </a:rPr>
              <a:t>Результат</a:t>
            </a:r>
          </a:p>
        </p:txBody>
      </p:sp>
      <p:sp>
        <p:nvSpPr>
          <p:cNvPr id="3" name="Місце для номера слайда 2">
            <a:extLst>
              <a:ext uri="{FF2B5EF4-FFF2-40B4-BE49-F238E27FC236}">
                <a16:creationId xmlns:a16="http://schemas.microsoft.com/office/drawing/2014/main" id="{4F6E02CB-BB38-4D8F-843D-26CA6360C274}"/>
              </a:ext>
            </a:extLst>
          </p:cNvPr>
          <p:cNvSpPr>
            <a:spLocks noGrp="1"/>
          </p:cNvSpPr>
          <p:nvPr>
            <p:ph type="sldNum" sz="quarter" idx="12"/>
          </p:nvPr>
        </p:nvSpPr>
        <p:spPr/>
        <p:txBody>
          <a:bodyPr/>
          <a:lstStyle/>
          <a:p>
            <a:fld id="{4381394B-84A4-4EB2-8589-B7B2B99E12DD}" type="slidenum">
              <a:rPr lang="uk-UA" smtClean="0"/>
              <a:t>10</a:t>
            </a:fld>
            <a:endParaRPr lang="uk-UA"/>
          </a:p>
        </p:txBody>
      </p:sp>
    </p:spTree>
    <p:extLst>
      <p:ext uri="{BB962C8B-B14F-4D97-AF65-F5344CB8AC3E}">
        <p14:creationId xmlns:p14="http://schemas.microsoft.com/office/powerpoint/2010/main" val="2001591045"/>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Прямокутник 9">
            <a:extLst>
              <a:ext uri="{FF2B5EF4-FFF2-40B4-BE49-F238E27FC236}">
                <a16:creationId xmlns:a16="http://schemas.microsoft.com/office/drawing/2014/main" id="{A9D3E3A9-8B80-4DE4-A922-F46247F3A3A0}"/>
              </a:ext>
            </a:extLst>
          </p:cNvPr>
          <p:cNvSpPr/>
          <p:nvPr/>
        </p:nvSpPr>
        <p:spPr>
          <a:xfrm>
            <a:off x="1157194" y="843602"/>
            <a:ext cx="8168037" cy="1077218"/>
          </a:xfrm>
          <a:prstGeom prst="rect">
            <a:avLst/>
          </a:prstGeom>
        </p:spPr>
        <p:txBody>
          <a:bodyPr wrap="square">
            <a:spAutoFit/>
          </a:bodyPr>
          <a:lstStyle/>
          <a:p>
            <a:r>
              <a:rPr lang="uk-UA" sz="3200" b="1" dirty="0"/>
              <a:t>Приклади реалізації (</a:t>
            </a:r>
            <a:r>
              <a:rPr lang="ru-RU" sz="3200" b="1" dirty="0" err="1"/>
              <a:t>отримання</a:t>
            </a:r>
            <a:r>
              <a:rPr lang="ru-RU" sz="3200" b="1" dirty="0"/>
              <a:t> </a:t>
            </a:r>
            <a:r>
              <a:rPr lang="en-US" sz="3200" b="1" dirty="0"/>
              <a:t>JWT-</a:t>
            </a:r>
            <a:r>
              <a:rPr lang="uk-UA" sz="3200" b="1" dirty="0"/>
              <a:t>токену</a:t>
            </a:r>
            <a:r>
              <a:rPr lang="en-US" sz="3200" b="1" dirty="0"/>
              <a:t> </a:t>
            </a:r>
            <a:r>
              <a:rPr lang="ru-RU" sz="3200" b="1" dirty="0"/>
              <a:t>при </a:t>
            </a:r>
            <a:r>
              <a:rPr lang="ru-RU" sz="3200" b="1" dirty="0" err="1"/>
              <a:t>підтвердженні</a:t>
            </a:r>
            <a:r>
              <a:rPr lang="ru-RU" sz="3200" b="1" dirty="0"/>
              <a:t> </a:t>
            </a:r>
            <a:r>
              <a:rPr lang="ru-RU" sz="3200" b="1" dirty="0" err="1"/>
              <a:t>пошти</a:t>
            </a:r>
            <a:r>
              <a:rPr lang="uk-UA" sz="3200" b="1" dirty="0"/>
              <a:t>):</a:t>
            </a:r>
          </a:p>
        </p:txBody>
      </p:sp>
      <p:pic>
        <p:nvPicPr>
          <p:cNvPr id="2" name="Рисунок 1">
            <a:extLst>
              <a:ext uri="{FF2B5EF4-FFF2-40B4-BE49-F238E27FC236}">
                <a16:creationId xmlns:a16="http://schemas.microsoft.com/office/drawing/2014/main" id="{D58A07F5-1956-47D5-95DF-D96CD6795F3E}"/>
              </a:ext>
            </a:extLst>
          </p:cNvPr>
          <p:cNvPicPr>
            <a:picLocks noChangeAspect="1"/>
          </p:cNvPicPr>
          <p:nvPr/>
        </p:nvPicPr>
        <p:blipFill>
          <a:blip r:embed="rId3"/>
          <a:stretch>
            <a:fillRect/>
          </a:stretch>
        </p:blipFill>
        <p:spPr>
          <a:xfrm>
            <a:off x="1157194" y="2561968"/>
            <a:ext cx="5102417" cy="2808041"/>
          </a:xfrm>
          <a:prstGeom prst="rect">
            <a:avLst/>
          </a:prstGeom>
        </p:spPr>
      </p:pic>
      <p:sp>
        <p:nvSpPr>
          <p:cNvPr id="6" name="Прямокутник 5">
            <a:extLst>
              <a:ext uri="{FF2B5EF4-FFF2-40B4-BE49-F238E27FC236}">
                <a16:creationId xmlns:a16="http://schemas.microsoft.com/office/drawing/2014/main" id="{BE092FCE-4C98-4090-BCE3-DBAEF0986A7C}"/>
              </a:ext>
            </a:extLst>
          </p:cNvPr>
          <p:cNvSpPr/>
          <p:nvPr/>
        </p:nvSpPr>
        <p:spPr>
          <a:xfrm>
            <a:off x="3387487" y="5370009"/>
            <a:ext cx="641829" cy="369332"/>
          </a:xfrm>
          <a:prstGeom prst="rect">
            <a:avLst/>
          </a:prstGeom>
        </p:spPr>
        <p:txBody>
          <a:bodyPr wrap="square">
            <a:spAutoFit/>
          </a:bodyPr>
          <a:lstStyle/>
          <a:p>
            <a:r>
              <a:rPr lang="uk-UA" dirty="0">
                <a:latin typeface="Arial" panose="020B0604020202020204" pitchFamily="34" charset="0"/>
              </a:rPr>
              <a:t>Код</a:t>
            </a:r>
          </a:p>
        </p:txBody>
      </p:sp>
      <p:sp>
        <p:nvSpPr>
          <p:cNvPr id="7" name="Прямокутник 6">
            <a:extLst>
              <a:ext uri="{FF2B5EF4-FFF2-40B4-BE49-F238E27FC236}">
                <a16:creationId xmlns:a16="http://schemas.microsoft.com/office/drawing/2014/main" id="{B394D9FA-24BE-47E5-BDA3-663D980E6BCA}"/>
              </a:ext>
            </a:extLst>
          </p:cNvPr>
          <p:cNvSpPr/>
          <p:nvPr/>
        </p:nvSpPr>
        <p:spPr>
          <a:xfrm>
            <a:off x="8112225" y="5370009"/>
            <a:ext cx="1252846" cy="369332"/>
          </a:xfrm>
          <a:prstGeom prst="rect">
            <a:avLst/>
          </a:prstGeom>
        </p:spPr>
        <p:txBody>
          <a:bodyPr wrap="square">
            <a:spAutoFit/>
          </a:bodyPr>
          <a:lstStyle/>
          <a:p>
            <a:r>
              <a:rPr lang="uk-UA" dirty="0">
                <a:latin typeface="Arial" panose="020B0604020202020204" pitchFamily="34" charset="0"/>
              </a:rPr>
              <a:t>Результат</a:t>
            </a:r>
          </a:p>
        </p:txBody>
      </p:sp>
      <p:pic>
        <p:nvPicPr>
          <p:cNvPr id="8" name="Рисунок 7">
            <a:extLst>
              <a:ext uri="{FF2B5EF4-FFF2-40B4-BE49-F238E27FC236}">
                <a16:creationId xmlns:a16="http://schemas.microsoft.com/office/drawing/2014/main" id="{35F348D0-FBDF-4F5D-9830-038DB2B1E449}"/>
              </a:ext>
            </a:extLst>
          </p:cNvPr>
          <p:cNvPicPr/>
          <p:nvPr/>
        </p:nvPicPr>
        <p:blipFill>
          <a:blip r:embed="rId4"/>
          <a:stretch>
            <a:fillRect/>
          </a:stretch>
        </p:blipFill>
        <p:spPr>
          <a:xfrm>
            <a:off x="6395457" y="2561969"/>
            <a:ext cx="4686383" cy="2808040"/>
          </a:xfrm>
          <a:prstGeom prst="rect">
            <a:avLst/>
          </a:prstGeom>
        </p:spPr>
      </p:pic>
      <p:sp>
        <p:nvSpPr>
          <p:cNvPr id="3" name="Місце для номера слайда 2">
            <a:extLst>
              <a:ext uri="{FF2B5EF4-FFF2-40B4-BE49-F238E27FC236}">
                <a16:creationId xmlns:a16="http://schemas.microsoft.com/office/drawing/2014/main" id="{50ADF179-34AF-4174-9BC1-34A6A1D8B98B}"/>
              </a:ext>
            </a:extLst>
          </p:cNvPr>
          <p:cNvSpPr>
            <a:spLocks noGrp="1"/>
          </p:cNvSpPr>
          <p:nvPr>
            <p:ph type="sldNum" sz="quarter" idx="12"/>
          </p:nvPr>
        </p:nvSpPr>
        <p:spPr/>
        <p:txBody>
          <a:bodyPr/>
          <a:lstStyle/>
          <a:p>
            <a:fld id="{4381394B-84A4-4EB2-8589-B7B2B99E12DD}" type="slidenum">
              <a:rPr lang="uk-UA" smtClean="0"/>
              <a:t>11</a:t>
            </a:fld>
            <a:endParaRPr lang="uk-UA"/>
          </a:p>
        </p:txBody>
      </p:sp>
    </p:spTree>
    <p:extLst>
      <p:ext uri="{BB962C8B-B14F-4D97-AF65-F5344CB8AC3E}">
        <p14:creationId xmlns:p14="http://schemas.microsoft.com/office/powerpoint/2010/main" val="2649616165"/>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Прямокутник 9">
            <a:extLst>
              <a:ext uri="{FF2B5EF4-FFF2-40B4-BE49-F238E27FC236}">
                <a16:creationId xmlns:a16="http://schemas.microsoft.com/office/drawing/2014/main" id="{A9D3E3A9-8B80-4DE4-A922-F46247F3A3A0}"/>
              </a:ext>
            </a:extLst>
          </p:cNvPr>
          <p:cNvSpPr/>
          <p:nvPr/>
        </p:nvSpPr>
        <p:spPr>
          <a:xfrm>
            <a:off x="1157194" y="843602"/>
            <a:ext cx="5804218" cy="584775"/>
          </a:xfrm>
          <a:prstGeom prst="rect">
            <a:avLst/>
          </a:prstGeom>
        </p:spPr>
        <p:txBody>
          <a:bodyPr wrap="none">
            <a:spAutoFit/>
          </a:bodyPr>
          <a:lstStyle/>
          <a:p>
            <a:r>
              <a:rPr lang="uk-UA" sz="3200" b="1" dirty="0"/>
              <a:t>Аналіз результатів та висновки:</a:t>
            </a:r>
          </a:p>
        </p:txBody>
      </p:sp>
      <p:sp>
        <p:nvSpPr>
          <p:cNvPr id="4" name="Прямокутник 3">
            <a:extLst>
              <a:ext uri="{FF2B5EF4-FFF2-40B4-BE49-F238E27FC236}">
                <a16:creationId xmlns:a16="http://schemas.microsoft.com/office/drawing/2014/main" id="{47F993B2-7AF2-4C17-857A-62FEB4F09FA2}"/>
              </a:ext>
            </a:extLst>
          </p:cNvPr>
          <p:cNvSpPr/>
          <p:nvPr/>
        </p:nvSpPr>
        <p:spPr>
          <a:xfrm>
            <a:off x="1598140" y="2136338"/>
            <a:ext cx="9176953" cy="2308324"/>
          </a:xfrm>
          <a:prstGeom prst="rect">
            <a:avLst/>
          </a:prstGeom>
        </p:spPr>
        <p:txBody>
          <a:bodyPr wrap="square">
            <a:spAutoFit/>
          </a:bodyPr>
          <a:lstStyle/>
          <a:p>
            <a:r>
              <a:rPr lang="uk-UA" dirty="0">
                <a:latin typeface="Arial" panose="020B0604020202020204" pitchFamily="34" charset="0"/>
              </a:rPr>
              <a:t>Спроектована </a:t>
            </a:r>
            <a:r>
              <a:rPr lang="en-US" dirty="0">
                <a:latin typeface="Arial" panose="020B0604020202020204" pitchFamily="34" charset="0"/>
              </a:rPr>
              <a:t>backend-</a:t>
            </a:r>
            <a:r>
              <a:rPr lang="uk-UA" dirty="0">
                <a:latin typeface="Arial" panose="020B0604020202020204" pitchFamily="34" charset="0"/>
              </a:rPr>
              <a:t>частина системи з використанням принципів </a:t>
            </a:r>
            <a:r>
              <a:rPr lang="en-US" dirty="0">
                <a:latin typeface="Arial" panose="020B0604020202020204" pitchFamily="34" charset="0"/>
              </a:rPr>
              <a:t>Clean Architecture </a:t>
            </a:r>
            <a:r>
              <a:rPr lang="uk-UA" dirty="0">
                <a:latin typeface="Arial" panose="020B0604020202020204" pitchFamily="34" charset="0"/>
              </a:rPr>
              <a:t>та монолітної структури на базі .</a:t>
            </a:r>
            <a:r>
              <a:rPr lang="en-US" dirty="0">
                <a:latin typeface="Arial" panose="020B0604020202020204" pitchFamily="34" charset="0"/>
              </a:rPr>
              <a:t>NET 8</a:t>
            </a:r>
            <a:r>
              <a:rPr lang="uk-UA" dirty="0">
                <a:latin typeface="Arial" panose="020B0604020202020204" pitchFamily="34" charset="0"/>
              </a:rPr>
              <a:t>.</a:t>
            </a:r>
          </a:p>
          <a:p>
            <a:r>
              <a:rPr lang="uk-UA" dirty="0">
                <a:latin typeface="Arial" panose="020B0604020202020204" pitchFamily="34" charset="0"/>
              </a:rPr>
              <a:t>Реалізований весь запланований функціонал та документація, яка успішно поєднує в собі освітню складову із </a:t>
            </a:r>
            <a:r>
              <a:rPr lang="uk-UA" dirty="0" err="1">
                <a:latin typeface="Arial" panose="020B0604020202020204" pitchFamily="34" charset="0"/>
              </a:rPr>
              <a:t>гейміфікованими</a:t>
            </a:r>
            <a:r>
              <a:rPr lang="uk-UA" dirty="0">
                <a:latin typeface="Arial" panose="020B0604020202020204" pitchFamily="34" charset="0"/>
              </a:rPr>
              <a:t> механіками.</a:t>
            </a:r>
          </a:p>
          <a:p>
            <a:r>
              <a:rPr lang="uk-UA" dirty="0">
                <a:latin typeface="Arial" panose="020B0604020202020204" pitchFamily="34" charset="0"/>
              </a:rPr>
              <a:t>Майбутня модернізація:</a:t>
            </a:r>
          </a:p>
          <a:p>
            <a:pPr marL="285750" indent="-285750">
              <a:buFont typeface="Arial" panose="020B0604020202020204" pitchFamily="34" charset="0"/>
              <a:buChar char="•"/>
            </a:pPr>
            <a:r>
              <a:rPr lang="uk-UA" dirty="0">
                <a:latin typeface="Arial" panose="020B0604020202020204" pitchFamily="34" charset="0"/>
              </a:rPr>
              <a:t>додавання нового функціоналу</a:t>
            </a:r>
            <a:r>
              <a:rPr lang="en-US" dirty="0">
                <a:latin typeface="Arial" panose="020B0604020202020204" pitchFamily="34" charset="0"/>
              </a:rPr>
              <a:t>;</a:t>
            </a:r>
            <a:endParaRPr lang="uk-UA" dirty="0">
              <a:latin typeface="Arial" panose="020B0604020202020204" pitchFamily="34" charset="0"/>
            </a:endParaRPr>
          </a:p>
          <a:p>
            <a:pPr marL="285750" indent="-285750">
              <a:buFont typeface="Arial" panose="020B0604020202020204" pitchFamily="34" charset="0"/>
              <a:buChar char="•"/>
            </a:pPr>
            <a:r>
              <a:rPr lang="uk-UA" dirty="0">
                <a:latin typeface="Arial" panose="020B0604020202020204" pitchFamily="34" charset="0"/>
              </a:rPr>
              <a:t>перехід в </a:t>
            </a:r>
            <a:r>
              <a:rPr lang="uk-UA" dirty="0" err="1">
                <a:latin typeface="Arial" panose="020B0604020202020204" pitchFamily="34" charset="0"/>
              </a:rPr>
              <a:t>мікросервісну</a:t>
            </a:r>
            <a:r>
              <a:rPr lang="uk-UA" dirty="0">
                <a:latin typeface="Arial" panose="020B0604020202020204" pitchFamily="34" charset="0"/>
              </a:rPr>
              <a:t> архітектуру;</a:t>
            </a:r>
          </a:p>
          <a:p>
            <a:pPr marL="285750" indent="-285750">
              <a:buFont typeface="Arial" panose="020B0604020202020204" pitchFamily="34" charset="0"/>
              <a:buChar char="•"/>
            </a:pPr>
            <a:r>
              <a:rPr lang="uk-UA" dirty="0">
                <a:latin typeface="Arial" panose="020B0604020202020204" pitchFamily="34" charset="0"/>
              </a:rPr>
              <a:t>зберігання сесій </a:t>
            </a:r>
            <a:r>
              <a:rPr lang="ru-RU" dirty="0">
                <a:latin typeface="Arial" panose="020B0604020202020204" pitchFamily="34" charset="0"/>
              </a:rPr>
              <a:t>у </a:t>
            </a:r>
            <a:r>
              <a:rPr lang="ru-RU" dirty="0" err="1">
                <a:latin typeface="Arial" panose="020B0604020202020204" pitchFamily="34" charset="0"/>
              </a:rPr>
              <a:t>зовнішніх</a:t>
            </a:r>
            <a:r>
              <a:rPr lang="ru-RU" dirty="0">
                <a:latin typeface="Arial" panose="020B0604020202020204" pitchFamily="34" charset="0"/>
              </a:rPr>
              <a:t> </a:t>
            </a:r>
            <a:r>
              <a:rPr lang="ru-RU" dirty="0" err="1">
                <a:latin typeface="Arial" panose="020B0604020202020204" pitchFamily="34" charset="0"/>
              </a:rPr>
              <a:t>розподілених</a:t>
            </a:r>
            <a:r>
              <a:rPr lang="ru-RU" dirty="0">
                <a:latin typeface="Arial" panose="020B0604020202020204" pitchFamily="34" charset="0"/>
              </a:rPr>
              <a:t> </a:t>
            </a:r>
            <a:r>
              <a:rPr lang="ru-RU" dirty="0" err="1">
                <a:latin typeface="Arial" panose="020B0604020202020204" pitchFamily="34" charset="0"/>
              </a:rPr>
              <a:t>середовищах</a:t>
            </a:r>
            <a:r>
              <a:rPr lang="ru-RU" dirty="0">
                <a:latin typeface="Arial" panose="020B0604020202020204" pitchFamily="34" charset="0"/>
              </a:rPr>
              <a:t> (</a:t>
            </a:r>
            <a:r>
              <a:rPr lang="ru-RU" dirty="0" err="1">
                <a:latin typeface="Arial" panose="020B0604020202020204" pitchFamily="34" charset="0"/>
              </a:rPr>
              <a:t>наприклад</a:t>
            </a:r>
            <a:r>
              <a:rPr lang="ru-RU" dirty="0">
                <a:latin typeface="Arial" panose="020B0604020202020204" pitchFamily="34" charset="0"/>
              </a:rPr>
              <a:t>, </a:t>
            </a:r>
            <a:r>
              <a:rPr lang="ru-RU" dirty="0" err="1">
                <a:latin typeface="Arial" panose="020B0604020202020204" pitchFamily="34" charset="0"/>
              </a:rPr>
              <a:t>Redis</a:t>
            </a:r>
            <a:r>
              <a:rPr lang="ru-RU" dirty="0">
                <a:latin typeface="Arial" panose="020B0604020202020204" pitchFamily="34" charset="0"/>
              </a:rPr>
              <a:t>).</a:t>
            </a:r>
            <a:endParaRPr lang="en-US" dirty="0">
              <a:latin typeface="Arial" panose="020B0604020202020204" pitchFamily="34" charset="0"/>
            </a:endParaRPr>
          </a:p>
        </p:txBody>
      </p:sp>
      <p:sp>
        <p:nvSpPr>
          <p:cNvPr id="2" name="Місце для номера слайда 1">
            <a:extLst>
              <a:ext uri="{FF2B5EF4-FFF2-40B4-BE49-F238E27FC236}">
                <a16:creationId xmlns:a16="http://schemas.microsoft.com/office/drawing/2014/main" id="{8FA9AD34-A568-4003-89D6-93B5C2B27FD6}"/>
              </a:ext>
            </a:extLst>
          </p:cNvPr>
          <p:cNvSpPr>
            <a:spLocks noGrp="1"/>
          </p:cNvSpPr>
          <p:nvPr>
            <p:ph type="sldNum" sz="quarter" idx="12"/>
          </p:nvPr>
        </p:nvSpPr>
        <p:spPr/>
        <p:txBody>
          <a:bodyPr/>
          <a:lstStyle/>
          <a:p>
            <a:fld id="{4381394B-84A4-4EB2-8589-B7B2B99E12DD}" type="slidenum">
              <a:rPr lang="uk-UA" smtClean="0"/>
              <a:t>12</a:t>
            </a:fld>
            <a:endParaRPr lang="uk-UA"/>
          </a:p>
        </p:txBody>
      </p:sp>
    </p:spTree>
    <p:extLst>
      <p:ext uri="{BB962C8B-B14F-4D97-AF65-F5344CB8AC3E}">
        <p14:creationId xmlns:p14="http://schemas.microsoft.com/office/powerpoint/2010/main" val="4169887192"/>
      </p:ext>
    </p:extLst>
  </p:cSld>
  <p:clrMapOvr>
    <a:masterClrMapping/>
  </p:clrMapOvr>
  <p:transition spd="slow">
    <p:wipe/>
  </p:transition>
</p:sld>
</file>

<file path=ppt/theme/theme1.xml><?xml version="1.0" encoding="utf-8"?>
<a:theme xmlns:a="http://schemas.openxmlformats.org/drawingml/2006/main" name="Тема Office">
  <a:themeElements>
    <a:clrScheme name="Офіс">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Офіс">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фіс">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Офіс">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Офіс">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фіс">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421</TotalTime>
  <Words>760</Words>
  <Application>Microsoft Office PowerPoint</Application>
  <PresentationFormat>Широкий екран</PresentationFormat>
  <Paragraphs>81</Paragraphs>
  <Slides>12</Slides>
  <Notes>0</Notes>
  <HiddenSlides>0</HiddenSlides>
  <MMClips>0</MMClips>
  <ScaleCrop>false</ScaleCrop>
  <HeadingPairs>
    <vt:vector size="6" baseType="variant">
      <vt:variant>
        <vt:lpstr>Використані шрифти</vt:lpstr>
      </vt:variant>
      <vt:variant>
        <vt:i4>3</vt:i4>
      </vt:variant>
      <vt:variant>
        <vt:lpstr>Тема</vt:lpstr>
      </vt:variant>
      <vt:variant>
        <vt:i4>1</vt:i4>
      </vt:variant>
      <vt:variant>
        <vt:lpstr>Заголовки слайдів</vt:lpstr>
      </vt:variant>
      <vt:variant>
        <vt:i4>12</vt:i4>
      </vt:variant>
    </vt:vector>
  </HeadingPairs>
  <TitlesOfParts>
    <vt:vector size="16" baseType="lpstr">
      <vt:lpstr>Arial</vt:lpstr>
      <vt:lpstr>Calibri</vt:lpstr>
      <vt:lpstr>Calibri Light</vt:lpstr>
      <vt:lpstr>Тема Office</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Презентація PowerPoint</dc:title>
  <dc:creator>Никита Титаренко</dc:creator>
  <cp:lastModifiedBy>Никита Титаренко</cp:lastModifiedBy>
  <cp:revision>4</cp:revision>
  <dcterms:created xsi:type="dcterms:W3CDTF">2026-05-09T09:55:57Z</dcterms:created>
  <dcterms:modified xsi:type="dcterms:W3CDTF">2026-05-16T10:13:59Z</dcterms:modified>
</cp:coreProperties>
</file>